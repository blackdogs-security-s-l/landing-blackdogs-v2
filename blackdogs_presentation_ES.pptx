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92" r:id="rId3"/>
    <p:sldId id="257" r:id="rId4"/>
    <p:sldId id="301" r:id="rId5"/>
    <p:sldId id="287" r:id="rId6"/>
    <p:sldId id="289" r:id="rId7"/>
    <p:sldId id="286" r:id="rId8"/>
    <p:sldId id="290" r:id="rId9"/>
    <p:sldId id="291" r:id="rId10"/>
    <p:sldId id="293" r:id="rId11"/>
    <p:sldId id="294" r:id="rId12"/>
    <p:sldId id="295" r:id="rId13"/>
    <p:sldId id="297" r:id="rId14"/>
    <p:sldId id="298" r:id="rId15"/>
    <p:sldId id="299" r:id="rId16"/>
    <p:sldId id="300" r:id="rId17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09"/>
    <p:restoredTop sz="94628"/>
  </p:normalViewPr>
  <p:slideViewPr>
    <p:cSldViewPr snapToGrid="0" snapToObjects="1">
      <p:cViewPr varScale="1">
        <p:scale>
          <a:sx n="85" d="100"/>
          <a:sy n="85" d="100"/>
        </p:scale>
        <p:origin x="126" y="9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C286F3-B20E-4480-9D79-DEC9CF04198E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D1D54C2-FA2A-42EB-BB5C-04D750E1A5CB}">
      <dgm:prSet phldrT="[Texto]" custT="1"/>
      <dgm:spPr/>
      <dgm:t>
        <a:bodyPr/>
        <a:lstStyle/>
        <a:p>
          <a:r>
            <a:rPr lang="en-US" sz="3300" b="1" kern="1200">
              <a:latin typeface="Exo 2 Black"/>
              <a:ea typeface="+mn-ea"/>
              <a:cs typeface="+mn-cs"/>
            </a:rPr>
            <a:t>Build</a:t>
          </a:r>
          <a:r>
            <a:rPr lang="en-US" sz="3300" kern="1200"/>
            <a:t> </a:t>
          </a:r>
          <a:r>
            <a:rPr lang="en-US" sz="3300" b="1" kern="1200">
              <a:latin typeface="Exo 2 Black"/>
              <a:ea typeface="+mn-ea"/>
              <a:cs typeface="+mn-cs"/>
            </a:rPr>
            <a:t>&amp; Secure</a:t>
          </a:r>
          <a:endParaRPr lang="en-US" sz="3300" b="1" kern="1200" dirty="0">
            <a:latin typeface="Exo 2 Black"/>
            <a:ea typeface="+mn-ea"/>
            <a:cs typeface="+mn-cs"/>
          </a:endParaRPr>
        </a:p>
      </dgm:t>
    </dgm:pt>
    <dgm:pt modelId="{70E71D77-9214-42A8-951A-0BBDDC5FD614}" type="parTrans" cxnId="{01B0BE97-9367-4E20-8C0E-134937CDF1B8}">
      <dgm:prSet/>
      <dgm:spPr/>
      <dgm:t>
        <a:bodyPr/>
        <a:lstStyle/>
        <a:p>
          <a:endParaRPr lang="en-US"/>
        </a:p>
      </dgm:t>
    </dgm:pt>
    <dgm:pt modelId="{99AADEBD-21DF-44E5-875E-B9912228519B}" type="sibTrans" cxnId="{01B0BE97-9367-4E20-8C0E-134937CDF1B8}">
      <dgm:prSet/>
      <dgm:spPr/>
      <dgm:t>
        <a:bodyPr/>
        <a:lstStyle/>
        <a:p>
          <a:endParaRPr lang="en-US"/>
        </a:p>
      </dgm:t>
    </dgm:pt>
    <dgm:pt modelId="{AC46FF86-F697-4052-B28F-B8929FE89541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/>
            <a:t>Infraestructura propia, </a:t>
          </a:r>
          <a:r>
            <a:rPr lang="es-ES" dirty="0" err="1"/>
            <a:t>cloud</a:t>
          </a:r>
          <a:r>
            <a:rPr lang="es-ES" dirty="0"/>
            <a:t> soberano y redes Zero-Trust.	</a:t>
          </a:r>
          <a:endParaRPr lang="en-US" dirty="0"/>
        </a:p>
      </dgm:t>
    </dgm:pt>
    <dgm:pt modelId="{A72889D3-DF7F-44B7-8269-477B5544EFA0}" type="parTrans" cxnId="{38043963-05E1-4834-B804-341A70D0A031}">
      <dgm:prSet/>
      <dgm:spPr/>
      <dgm:t>
        <a:bodyPr/>
        <a:lstStyle/>
        <a:p>
          <a:endParaRPr lang="en-US"/>
        </a:p>
      </dgm:t>
    </dgm:pt>
    <dgm:pt modelId="{260A1174-9556-488E-A020-AC39B71E876B}" type="sibTrans" cxnId="{38043963-05E1-4834-B804-341A70D0A031}">
      <dgm:prSet/>
      <dgm:spPr/>
      <dgm:t>
        <a:bodyPr/>
        <a:lstStyle/>
        <a:p>
          <a:endParaRPr lang="en-US"/>
        </a:p>
      </dgm:t>
    </dgm:pt>
    <dgm:pt modelId="{C40CE83B-EC66-42B2-A8DC-CF03C262FCFF}">
      <dgm:prSet phldrT="[Texto]" custT="1"/>
      <dgm:spPr/>
      <dgm:t>
        <a:bodyPr/>
        <a:lstStyle/>
        <a:p>
          <a:r>
            <a:rPr lang="en-US" sz="3300" b="1" kern="1200">
              <a:latin typeface="Exo 2 Black"/>
              <a:ea typeface="+mn-ea"/>
              <a:cs typeface="+mn-cs"/>
            </a:rPr>
            <a:t>Detect &amp; Simulate</a:t>
          </a:r>
          <a:endParaRPr lang="en-US" sz="3300" b="1" kern="1200" dirty="0">
            <a:latin typeface="Exo 2 Black"/>
            <a:ea typeface="+mn-ea"/>
            <a:cs typeface="+mn-cs"/>
          </a:endParaRPr>
        </a:p>
      </dgm:t>
    </dgm:pt>
    <dgm:pt modelId="{F00B7941-159F-433A-AE64-440DADFEE86B}" type="parTrans" cxnId="{7C598804-F01F-4DB6-A8FF-0BEDA834DB3C}">
      <dgm:prSet/>
      <dgm:spPr/>
      <dgm:t>
        <a:bodyPr/>
        <a:lstStyle/>
        <a:p>
          <a:endParaRPr lang="en-US"/>
        </a:p>
      </dgm:t>
    </dgm:pt>
    <dgm:pt modelId="{F084354B-B6BA-443B-9BD5-2890E5BEE5D9}" type="sibTrans" cxnId="{7C598804-F01F-4DB6-A8FF-0BEDA834DB3C}">
      <dgm:prSet/>
      <dgm:spPr/>
      <dgm:t>
        <a:bodyPr/>
        <a:lstStyle/>
        <a:p>
          <a:endParaRPr lang="en-US"/>
        </a:p>
      </dgm:t>
    </dgm:pt>
    <dgm:pt modelId="{A3ECED55-C87C-4BAC-BE57-4985147342CC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 err="1"/>
            <a:t>Pentesting</a:t>
          </a:r>
          <a:r>
            <a:rPr lang="es-ES" dirty="0"/>
            <a:t>, Red Team y simulaciones que anticipan ataques reales.	</a:t>
          </a:r>
          <a:endParaRPr lang="en-US" dirty="0"/>
        </a:p>
      </dgm:t>
    </dgm:pt>
    <dgm:pt modelId="{962BDF8F-65E6-4466-BB13-2F2007367881}" type="parTrans" cxnId="{37006BE3-76C5-48FD-8503-044CE76CCD67}">
      <dgm:prSet/>
      <dgm:spPr/>
      <dgm:t>
        <a:bodyPr/>
        <a:lstStyle/>
        <a:p>
          <a:endParaRPr lang="en-US"/>
        </a:p>
      </dgm:t>
    </dgm:pt>
    <dgm:pt modelId="{2686C3A9-8FAB-43B8-99D9-6CE47DC5E364}" type="sibTrans" cxnId="{37006BE3-76C5-48FD-8503-044CE76CCD67}">
      <dgm:prSet/>
      <dgm:spPr/>
      <dgm:t>
        <a:bodyPr/>
        <a:lstStyle/>
        <a:p>
          <a:endParaRPr lang="en-US"/>
        </a:p>
      </dgm:t>
    </dgm:pt>
    <dgm:pt modelId="{3CF15745-C14A-4B9C-9E60-DC08E4F75BBF}">
      <dgm:prSet phldrT="[Texto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>
              <a:latin typeface="Exo 2 Black"/>
              <a:ea typeface="+mn-ea"/>
              <a:cs typeface="+mn-cs"/>
            </a:rPr>
            <a:t>Operate &amp; Defend</a:t>
          </a:r>
          <a:endParaRPr lang="en-US" sz="3300" b="1" kern="1200" dirty="0">
            <a:latin typeface="Exo 2 Black"/>
            <a:ea typeface="+mn-ea"/>
            <a:cs typeface="+mn-cs"/>
          </a:endParaRPr>
        </a:p>
      </dgm:t>
    </dgm:pt>
    <dgm:pt modelId="{69BB0AF4-D677-42A4-8860-985D45550225}" type="parTrans" cxnId="{27E52D6D-4A0D-4F62-BFAD-EC06B941042C}">
      <dgm:prSet/>
      <dgm:spPr/>
      <dgm:t>
        <a:bodyPr/>
        <a:lstStyle/>
        <a:p>
          <a:endParaRPr lang="en-US"/>
        </a:p>
      </dgm:t>
    </dgm:pt>
    <dgm:pt modelId="{D20FC4F6-E245-49D9-9BBE-1C3736446585}" type="sibTrans" cxnId="{27E52D6D-4A0D-4F62-BFAD-EC06B941042C}">
      <dgm:prSet/>
      <dgm:spPr/>
      <dgm:t>
        <a:bodyPr/>
        <a:lstStyle/>
        <a:p>
          <a:endParaRPr lang="en-US"/>
        </a:p>
      </dgm:t>
    </dgm:pt>
    <dgm:pt modelId="{3932A2A8-9D0A-4C69-85AC-7AF7B948D7A0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/>
            <a:t>VSOC 24×7, </a:t>
          </a:r>
          <a:r>
            <a:rPr lang="es-ES" dirty="0" err="1"/>
            <a:t>Threat</a:t>
          </a:r>
          <a:r>
            <a:rPr lang="es-ES" dirty="0"/>
            <a:t> </a:t>
          </a:r>
          <a:r>
            <a:rPr lang="es-ES" dirty="0" err="1"/>
            <a:t>Ops</a:t>
          </a:r>
          <a:r>
            <a:rPr lang="es-ES" dirty="0"/>
            <a:t>, DFIR y automatización de respuesta.</a:t>
          </a:r>
          <a:endParaRPr lang="en-US" dirty="0"/>
        </a:p>
      </dgm:t>
    </dgm:pt>
    <dgm:pt modelId="{BAC1A58B-C2F3-4003-87F2-CFB2BAC79E0D}" type="parTrans" cxnId="{1A855B4A-B61A-48A4-A127-151268087435}">
      <dgm:prSet/>
      <dgm:spPr/>
      <dgm:t>
        <a:bodyPr/>
        <a:lstStyle/>
        <a:p>
          <a:endParaRPr lang="en-US"/>
        </a:p>
      </dgm:t>
    </dgm:pt>
    <dgm:pt modelId="{E5B1CD13-AF73-44F3-B81A-08DF10B405A1}" type="sibTrans" cxnId="{1A855B4A-B61A-48A4-A127-151268087435}">
      <dgm:prSet/>
      <dgm:spPr/>
      <dgm:t>
        <a:bodyPr/>
        <a:lstStyle/>
        <a:p>
          <a:endParaRPr lang="en-US"/>
        </a:p>
      </dgm:t>
    </dgm:pt>
    <dgm:pt modelId="{06924B46-8B5F-42D3-91BE-28FDF8CDEF6B}" type="pres">
      <dgm:prSet presAssocID="{2DC286F3-B20E-4480-9D79-DEC9CF04198E}" presName="Name0" presStyleCnt="0">
        <dgm:presLayoutVars>
          <dgm:dir/>
          <dgm:animLvl val="lvl"/>
          <dgm:resizeHandles val="exact"/>
        </dgm:presLayoutVars>
      </dgm:prSet>
      <dgm:spPr/>
    </dgm:pt>
    <dgm:pt modelId="{23436F47-8EF6-4ED6-AF81-06AE249EC0B1}" type="pres">
      <dgm:prSet presAssocID="{2D1D54C2-FA2A-42EB-BB5C-04D750E1A5CB}" presName="composite" presStyleCnt="0"/>
      <dgm:spPr/>
    </dgm:pt>
    <dgm:pt modelId="{A6BA6502-5817-4396-A384-FE7A4DDD6388}" type="pres">
      <dgm:prSet presAssocID="{2D1D54C2-FA2A-42EB-BB5C-04D750E1A5CB}" presName="parTx" presStyleLbl="alignNode1" presStyleIdx="0" presStyleCnt="3" custLinFactNeighborX="-103" custLinFactNeighborY="2545">
        <dgm:presLayoutVars>
          <dgm:chMax val="0"/>
          <dgm:chPref val="0"/>
          <dgm:bulletEnabled val="1"/>
        </dgm:presLayoutVars>
      </dgm:prSet>
      <dgm:spPr/>
    </dgm:pt>
    <dgm:pt modelId="{96FFF606-5FAF-46D3-861D-959BE8DF2922}" type="pres">
      <dgm:prSet presAssocID="{2D1D54C2-FA2A-42EB-BB5C-04D750E1A5CB}" presName="desTx" presStyleLbl="alignAccFollowNode1" presStyleIdx="0" presStyleCnt="3">
        <dgm:presLayoutVars>
          <dgm:bulletEnabled val="1"/>
        </dgm:presLayoutVars>
      </dgm:prSet>
      <dgm:spPr/>
    </dgm:pt>
    <dgm:pt modelId="{B28DA988-DE40-4B42-A44D-2E449DF5DFBF}" type="pres">
      <dgm:prSet presAssocID="{99AADEBD-21DF-44E5-875E-B9912228519B}" presName="space" presStyleCnt="0"/>
      <dgm:spPr/>
    </dgm:pt>
    <dgm:pt modelId="{D9408348-28BE-4FCD-A89B-45F1F368D319}" type="pres">
      <dgm:prSet presAssocID="{C40CE83B-EC66-42B2-A8DC-CF03C262FCFF}" presName="composite" presStyleCnt="0"/>
      <dgm:spPr/>
    </dgm:pt>
    <dgm:pt modelId="{300EA2D9-970F-4102-BE0C-107DFFFA695B}" type="pres">
      <dgm:prSet presAssocID="{C40CE83B-EC66-42B2-A8DC-CF03C262FCF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7E55691-E68B-4BC1-9FFC-0506E12A3F64}" type="pres">
      <dgm:prSet presAssocID="{C40CE83B-EC66-42B2-A8DC-CF03C262FCFF}" presName="desTx" presStyleLbl="alignAccFollowNode1" presStyleIdx="1" presStyleCnt="3">
        <dgm:presLayoutVars>
          <dgm:bulletEnabled val="1"/>
        </dgm:presLayoutVars>
      </dgm:prSet>
      <dgm:spPr/>
    </dgm:pt>
    <dgm:pt modelId="{EAA8E4F7-CE3A-4FB5-BE5B-A0342654E777}" type="pres">
      <dgm:prSet presAssocID="{F084354B-B6BA-443B-9BD5-2890E5BEE5D9}" presName="space" presStyleCnt="0"/>
      <dgm:spPr/>
    </dgm:pt>
    <dgm:pt modelId="{D797E6A8-5F16-4AA0-AF50-F48F18C3651D}" type="pres">
      <dgm:prSet presAssocID="{3CF15745-C14A-4B9C-9E60-DC08E4F75BBF}" presName="composite" presStyleCnt="0"/>
      <dgm:spPr/>
    </dgm:pt>
    <dgm:pt modelId="{8CCBAA6E-0996-434B-ADE6-2FB1C826B27E}" type="pres">
      <dgm:prSet presAssocID="{3CF15745-C14A-4B9C-9E60-DC08E4F75BB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F0F153B-8DB2-40AB-9267-C275DF9D75F7}" type="pres">
      <dgm:prSet presAssocID="{3CF15745-C14A-4B9C-9E60-DC08E4F75BB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C598804-F01F-4DB6-A8FF-0BEDA834DB3C}" srcId="{2DC286F3-B20E-4480-9D79-DEC9CF04198E}" destId="{C40CE83B-EC66-42B2-A8DC-CF03C262FCFF}" srcOrd="1" destOrd="0" parTransId="{F00B7941-159F-433A-AE64-440DADFEE86B}" sibTransId="{F084354B-B6BA-443B-9BD5-2890E5BEE5D9}"/>
    <dgm:cxn modelId="{D2E58C17-D87B-45B0-A114-E2F35307A2A4}" type="presOf" srcId="{A3ECED55-C87C-4BAC-BE57-4985147342CC}" destId="{67E55691-E68B-4BC1-9FFC-0506E12A3F64}" srcOrd="0" destOrd="0" presId="urn:microsoft.com/office/officeart/2005/8/layout/hList1"/>
    <dgm:cxn modelId="{B6DDCB19-D4A5-457D-B5AA-5F06A8553714}" type="presOf" srcId="{3CF15745-C14A-4B9C-9E60-DC08E4F75BBF}" destId="{8CCBAA6E-0996-434B-ADE6-2FB1C826B27E}" srcOrd="0" destOrd="0" presId="urn:microsoft.com/office/officeart/2005/8/layout/hList1"/>
    <dgm:cxn modelId="{02428831-492E-49A0-9B7F-30F236BD511B}" type="presOf" srcId="{2D1D54C2-FA2A-42EB-BB5C-04D750E1A5CB}" destId="{A6BA6502-5817-4396-A384-FE7A4DDD6388}" srcOrd="0" destOrd="0" presId="urn:microsoft.com/office/officeart/2005/8/layout/hList1"/>
    <dgm:cxn modelId="{38043963-05E1-4834-B804-341A70D0A031}" srcId="{2D1D54C2-FA2A-42EB-BB5C-04D750E1A5CB}" destId="{AC46FF86-F697-4052-B28F-B8929FE89541}" srcOrd="0" destOrd="0" parTransId="{A72889D3-DF7F-44B7-8269-477B5544EFA0}" sibTransId="{260A1174-9556-488E-A020-AC39B71E876B}"/>
    <dgm:cxn modelId="{1A855B4A-B61A-48A4-A127-151268087435}" srcId="{3CF15745-C14A-4B9C-9E60-DC08E4F75BBF}" destId="{3932A2A8-9D0A-4C69-85AC-7AF7B948D7A0}" srcOrd="0" destOrd="0" parTransId="{BAC1A58B-C2F3-4003-87F2-CFB2BAC79E0D}" sibTransId="{E5B1CD13-AF73-44F3-B81A-08DF10B405A1}"/>
    <dgm:cxn modelId="{27E52D6D-4A0D-4F62-BFAD-EC06B941042C}" srcId="{2DC286F3-B20E-4480-9D79-DEC9CF04198E}" destId="{3CF15745-C14A-4B9C-9E60-DC08E4F75BBF}" srcOrd="2" destOrd="0" parTransId="{69BB0AF4-D677-42A4-8860-985D45550225}" sibTransId="{D20FC4F6-E245-49D9-9BBE-1C3736446585}"/>
    <dgm:cxn modelId="{01B0BE97-9367-4E20-8C0E-134937CDF1B8}" srcId="{2DC286F3-B20E-4480-9D79-DEC9CF04198E}" destId="{2D1D54C2-FA2A-42EB-BB5C-04D750E1A5CB}" srcOrd="0" destOrd="0" parTransId="{70E71D77-9214-42A8-951A-0BBDDC5FD614}" sibTransId="{99AADEBD-21DF-44E5-875E-B9912228519B}"/>
    <dgm:cxn modelId="{B6621EA9-0166-4E03-B9E8-8FC2447FDC35}" type="presOf" srcId="{3932A2A8-9D0A-4C69-85AC-7AF7B948D7A0}" destId="{EF0F153B-8DB2-40AB-9267-C275DF9D75F7}" srcOrd="0" destOrd="0" presId="urn:microsoft.com/office/officeart/2005/8/layout/hList1"/>
    <dgm:cxn modelId="{37006BE3-76C5-48FD-8503-044CE76CCD67}" srcId="{C40CE83B-EC66-42B2-A8DC-CF03C262FCFF}" destId="{A3ECED55-C87C-4BAC-BE57-4985147342CC}" srcOrd="0" destOrd="0" parTransId="{962BDF8F-65E6-4466-BB13-2F2007367881}" sibTransId="{2686C3A9-8FAB-43B8-99D9-6CE47DC5E364}"/>
    <dgm:cxn modelId="{18E86EF2-E205-4BF3-9E3D-5D31478506CA}" type="presOf" srcId="{C40CE83B-EC66-42B2-A8DC-CF03C262FCFF}" destId="{300EA2D9-970F-4102-BE0C-107DFFFA695B}" srcOrd="0" destOrd="0" presId="urn:microsoft.com/office/officeart/2005/8/layout/hList1"/>
    <dgm:cxn modelId="{5DB252FD-88F6-4B08-A46C-A65A3F9F2BBB}" type="presOf" srcId="{AC46FF86-F697-4052-B28F-B8929FE89541}" destId="{96FFF606-5FAF-46D3-861D-959BE8DF2922}" srcOrd="0" destOrd="0" presId="urn:microsoft.com/office/officeart/2005/8/layout/hList1"/>
    <dgm:cxn modelId="{E5B398FD-8402-4888-B7C3-24A155E604FD}" type="presOf" srcId="{2DC286F3-B20E-4480-9D79-DEC9CF04198E}" destId="{06924B46-8B5F-42D3-91BE-28FDF8CDEF6B}" srcOrd="0" destOrd="0" presId="urn:microsoft.com/office/officeart/2005/8/layout/hList1"/>
    <dgm:cxn modelId="{5E112DE6-3635-46B5-AC00-75BB4D3BAB84}" type="presParOf" srcId="{06924B46-8B5F-42D3-91BE-28FDF8CDEF6B}" destId="{23436F47-8EF6-4ED6-AF81-06AE249EC0B1}" srcOrd="0" destOrd="0" presId="urn:microsoft.com/office/officeart/2005/8/layout/hList1"/>
    <dgm:cxn modelId="{00D04CAA-4A86-4599-A143-FACC17D595FD}" type="presParOf" srcId="{23436F47-8EF6-4ED6-AF81-06AE249EC0B1}" destId="{A6BA6502-5817-4396-A384-FE7A4DDD6388}" srcOrd="0" destOrd="0" presId="urn:microsoft.com/office/officeart/2005/8/layout/hList1"/>
    <dgm:cxn modelId="{EFE924C3-5BAE-4131-B465-29FA7455AD3B}" type="presParOf" srcId="{23436F47-8EF6-4ED6-AF81-06AE249EC0B1}" destId="{96FFF606-5FAF-46D3-861D-959BE8DF2922}" srcOrd="1" destOrd="0" presId="urn:microsoft.com/office/officeart/2005/8/layout/hList1"/>
    <dgm:cxn modelId="{0CACB6B2-B2CA-487B-A7AD-695017A9EA56}" type="presParOf" srcId="{06924B46-8B5F-42D3-91BE-28FDF8CDEF6B}" destId="{B28DA988-DE40-4B42-A44D-2E449DF5DFBF}" srcOrd="1" destOrd="0" presId="urn:microsoft.com/office/officeart/2005/8/layout/hList1"/>
    <dgm:cxn modelId="{522E1EC2-4426-41D7-81B2-421DB98AB902}" type="presParOf" srcId="{06924B46-8B5F-42D3-91BE-28FDF8CDEF6B}" destId="{D9408348-28BE-4FCD-A89B-45F1F368D319}" srcOrd="2" destOrd="0" presId="urn:microsoft.com/office/officeart/2005/8/layout/hList1"/>
    <dgm:cxn modelId="{157BF3EA-F8C6-4ADC-904F-373FF146CE0E}" type="presParOf" srcId="{D9408348-28BE-4FCD-A89B-45F1F368D319}" destId="{300EA2D9-970F-4102-BE0C-107DFFFA695B}" srcOrd="0" destOrd="0" presId="urn:microsoft.com/office/officeart/2005/8/layout/hList1"/>
    <dgm:cxn modelId="{04F43033-1F6D-4EE7-8237-5AF10EC79F8D}" type="presParOf" srcId="{D9408348-28BE-4FCD-A89B-45F1F368D319}" destId="{67E55691-E68B-4BC1-9FFC-0506E12A3F64}" srcOrd="1" destOrd="0" presId="urn:microsoft.com/office/officeart/2005/8/layout/hList1"/>
    <dgm:cxn modelId="{02D5F001-C72A-4E6C-B3C4-B491CAE89FCC}" type="presParOf" srcId="{06924B46-8B5F-42D3-91BE-28FDF8CDEF6B}" destId="{EAA8E4F7-CE3A-4FB5-BE5B-A0342654E777}" srcOrd="3" destOrd="0" presId="urn:microsoft.com/office/officeart/2005/8/layout/hList1"/>
    <dgm:cxn modelId="{3063A1CA-559F-4C46-B993-CB335BB0CEDD}" type="presParOf" srcId="{06924B46-8B5F-42D3-91BE-28FDF8CDEF6B}" destId="{D797E6A8-5F16-4AA0-AF50-F48F18C3651D}" srcOrd="4" destOrd="0" presId="urn:microsoft.com/office/officeart/2005/8/layout/hList1"/>
    <dgm:cxn modelId="{A8DFEB03-6C50-48BE-BA28-C1F0C3EBA55D}" type="presParOf" srcId="{D797E6A8-5F16-4AA0-AF50-F48F18C3651D}" destId="{8CCBAA6E-0996-434B-ADE6-2FB1C826B27E}" srcOrd="0" destOrd="0" presId="urn:microsoft.com/office/officeart/2005/8/layout/hList1"/>
    <dgm:cxn modelId="{E7F80823-6DBD-4242-A4FC-E9C69C5BFD57}" type="presParOf" srcId="{D797E6A8-5F16-4AA0-AF50-F48F18C3651D}" destId="{EF0F153B-8DB2-40AB-9267-C275DF9D75F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C286F3-B20E-4480-9D79-DEC9CF04198E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D1D54C2-FA2A-42EB-BB5C-04D750E1A5CB}">
      <dgm:prSet phldrT="[Texto]" custT="1"/>
      <dgm:spPr/>
      <dgm:t>
        <a:bodyPr/>
        <a:lstStyle/>
        <a:p>
          <a:r>
            <a:rPr lang="en-US" sz="3100" b="1" kern="1200" dirty="0">
              <a:latin typeface="Exo 2 Black"/>
              <a:ea typeface="+mn-ea"/>
              <a:cs typeface="+mn-cs"/>
            </a:rPr>
            <a:t>Cloud &amp; Hosting</a:t>
          </a:r>
        </a:p>
      </dgm:t>
    </dgm:pt>
    <dgm:pt modelId="{70E71D77-9214-42A8-951A-0BBDDC5FD614}" type="parTrans" cxnId="{01B0BE97-9367-4E20-8C0E-134937CDF1B8}">
      <dgm:prSet/>
      <dgm:spPr/>
      <dgm:t>
        <a:bodyPr/>
        <a:lstStyle/>
        <a:p>
          <a:endParaRPr lang="en-US"/>
        </a:p>
      </dgm:t>
    </dgm:pt>
    <dgm:pt modelId="{99AADEBD-21DF-44E5-875E-B9912228519B}" type="sibTrans" cxnId="{01B0BE97-9367-4E20-8C0E-134937CDF1B8}">
      <dgm:prSet/>
      <dgm:spPr/>
      <dgm:t>
        <a:bodyPr/>
        <a:lstStyle/>
        <a:p>
          <a:endParaRPr lang="en-US"/>
        </a:p>
      </dgm:t>
    </dgm:pt>
    <dgm:pt modelId="{AC46FF86-F697-4052-B28F-B8929FE89541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IaaS, PaaS y SaaS </a:t>
          </a:r>
          <a:r>
            <a:rPr lang="en-US" dirty="0" err="1"/>
            <a:t>gestionados</a:t>
          </a:r>
          <a:r>
            <a:rPr lang="en-US" dirty="0"/>
            <a:t>, </a:t>
          </a:r>
          <a:r>
            <a:rPr lang="en-US" dirty="0" err="1"/>
            <a:t>alta</a:t>
          </a:r>
          <a:r>
            <a:rPr lang="en-US" dirty="0"/>
            <a:t> </a:t>
          </a:r>
          <a:r>
            <a:rPr lang="en-US" dirty="0" err="1"/>
            <a:t>disponibilidad</a:t>
          </a:r>
          <a:r>
            <a:rPr lang="en-US" dirty="0"/>
            <a:t>, </a:t>
          </a:r>
          <a:r>
            <a:rPr lang="en-US" dirty="0" err="1"/>
            <a:t>balanceo</a:t>
          </a:r>
          <a:r>
            <a:rPr lang="en-US" dirty="0"/>
            <a:t> y </a:t>
          </a:r>
          <a:r>
            <a:rPr lang="en-US" dirty="0" err="1"/>
            <a:t>rendimiento</a:t>
          </a:r>
          <a:r>
            <a:rPr lang="en-US" dirty="0"/>
            <a:t> extremo. Data centers UE y cloud </a:t>
          </a:r>
          <a:r>
            <a:rPr lang="en-US" dirty="0" err="1"/>
            <a:t>híbrido</a:t>
          </a:r>
          <a:endParaRPr lang="en-US" dirty="0"/>
        </a:p>
      </dgm:t>
    </dgm:pt>
    <dgm:pt modelId="{A72889D3-DF7F-44B7-8269-477B5544EFA0}" type="parTrans" cxnId="{38043963-05E1-4834-B804-341A70D0A031}">
      <dgm:prSet/>
      <dgm:spPr/>
      <dgm:t>
        <a:bodyPr/>
        <a:lstStyle/>
        <a:p>
          <a:endParaRPr lang="en-US"/>
        </a:p>
      </dgm:t>
    </dgm:pt>
    <dgm:pt modelId="{260A1174-9556-488E-A020-AC39B71E876B}" type="sibTrans" cxnId="{38043963-05E1-4834-B804-341A70D0A031}">
      <dgm:prSet/>
      <dgm:spPr/>
      <dgm:t>
        <a:bodyPr/>
        <a:lstStyle/>
        <a:p>
          <a:endParaRPr lang="en-US"/>
        </a:p>
      </dgm:t>
    </dgm:pt>
    <dgm:pt modelId="{C40CE83B-EC66-42B2-A8DC-CF03C262FCFF}">
      <dgm:prSet phldrT="[Texto]" custT="1"/>
      <dgm:spPr/>
      <dgm:t>
        <a:bodyPr/>
        <a:lstStyle/>
        <a:p>
          <a:r>
            <a:rPr lang="en-US" sz="3100" b="1" kern="1200" dirty="0">
              <a:latin typeface="Exo 2 Black"/>
              <a:ea typeface="+mn-ea"/>
              <a:cs typeface="+mn-cs"/>
            </a:rPr>
            <a:t>DevOps &amp; Automation</a:t>
          </a:r>
        </a:p>
      </dgm:t>
    </dgm:pt>
    <dgm:pt modelId="{F00B7941-159F-433A-AE64-440DADFEE86B}" type="parTrans" cxnId="{7C598804-F01F-4DB6-A8FF-0BEDA834DB3C}">
      <dgm:prSet/>
      <dgm:spPr/>
      <dgm:t>
        <a:bodyPr/>
        <a:lstStyle/>
        <a:p>
          <a:endParaRPr lang="en-US"/>
        </a:p>
      </dgm:t>
    </dgm:pt>
    <dgm:pt modelId="{F084354B-B6BA-443B-9BD5-2890E5BEE5D9}" type="sibTrans" cxnId="{7C598804-F01F-4DB6-A8FF-0BEDA834DB3C}">
      <dgm:prSet/>
      <dgm:spPr/>
      <dgm:t>
        <a:bodyPr/>
        <a:lstStyle/>
        <a:p>
          <a:endParaRPr lang="en-US"/>
        </a:p>
      </dgm:t>
    </dgm:pt>
    <dgm:pt modelId="{A3ECED55-C87C-4BAC-BE57-4985147342CC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/>
            <a:t>CI/CD pipelines, infraestructura como código (</a:t>
          </a:r>
          <a:r>
            <a:rPr lang="es-ES" dirty="0" err="1"/>
            <a:t>IaC</a:t>
          </a:r>
          <a:r>
            <a:rPr lang="es-ES" dirty="0"/>
            <a:t>) y automatización de despliegues. Entornos productivos listos para escalar</a:t>
          </a:r>
          <a:endParaRPr lang="en-US" dirty="0"/>
        </a:p>
      </dgm:t>
    </dgm:pt>
    <dgm:pt modelId="{962BDF8F-65E6-4466-BB13-2F2007367881}" type="parTrans" cxnId="{37006BE3-76C5-48FD-8503-044CE76CCD67}">
      <dgm:prSet/>
      <dgm:spPr/>
      <dgm:t>
        <a:bodyPr/>
        <a:lstStyle/>
        <a:p>
          <a:endParaRPr lang="en-US"/>
        </a:p>
      </dgm:t>
    </dgm:pt>
    <dgm:pt modelId="{2686C3A9-8FAB-43B8-99D9-6CE47DC5E364}" type="sibTrans" cxnId="{37006BE3-76C5-48FD-8503-044CE76CCD67}">
      <dgm:prSet/>
      <dgm:spPr/>
      <dgm:t>
        <a:bodyPr/>
        <a:lstStyle/>
        <a:p>
          <a:endParaRPr lang="en-US"/>
        </a:p>
      </dgm:t>
    </dgm:pt>
    <dgm:pt modelId="{3CF15745-C14A-4B9C-9E60-DC08E4F75BBF}">
      <dgm:prSet phldrT="[Texto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 err="1">
              <a:latin typeface="Exo 2 Black"/>
              <a:ea typeface="+mn-ea"/>
              <a:cs typeface="+mn-cs"/>
            </a:rPr>
            <a:t>Continuidad</a:t>
          </a:r>
          <a:r>
            <a:rPr lang="en-US" sz="3100" b="1" kern="1200" dirty="0">
              <a:latin typeface="Exo 2 Black"/>
              <a:ea typeface="+mn-ea"/>
              <a:cs typeface="+mn-cs"/>
            </a:rPr>
            <a:t> &amp; Performance</a:t>
          </a:r>
        </a:p>
      </dgm:t>
    </dgm:pt>
    <dgm:pt modelId="{69BB0AF4-D677-42A4-8860-985D45550225}" type="parTrans" cxnId="{27E52D6D-4A0D-4F62-BFAD-EC06B941042C}">
      <dgm:prSet/>
      <dgm:spPr/>
      <dgm:t>
        <a:bodyPr/>
        <a:lstStyle/>
        <a:p>
          <a:endParaRPr lang="en-US"/>
        </a:p>
      </dgm:t>
    </dgm:pt>
    <dgm:pt modelId="{D20FC4F6-E245-49D9-9BBE-1C3736446585}" type="sibTrans" cxnId="{27E52D6D-4A0D-4F62-BFAD-EC06B941042C}">
      <dgm:prSet/>
      <dgm:spPr/>
      <dgm:t>
        <a:bodyPr/>
        <a:lstStyle/>
        <a:p>
          <a:endParaRPr lang="en-US"/>
        </a:p>
      </dgm:t>
    </dgm:pt>
    <dgm:pt modelId="{3932A2A8-9D0A-4C69-85AC-7AF7B948D7A0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/>
            <a:t>Segmentación, VPN interna y gestión de acceso federado</a:t>
          </a:r>
          <a:endParaRPr lang="en-US" dirty="0"/>
        </a:p>
      </dgm:t>
    </dgm:pt>
    <dgm:pt modelId="{BAC1A58B-C2F3-4003-87F2-CFB2BAC79E0D}" type="parTrans" cxnId="{1A855B4A-B61A-48A4-A127-151268087435}">
      <dgm:prSet/>
      <dgm:spPr/>
      <dgm:t>
        <a:bodyPr/>
        <a:lstStyle/>
        <a:p>
          <a:endParaRPr lang="en-US"/>
        </a:p>
      </dgm:t>
    </dgm:pt>
    <dgm:pt modelId="{E5B1CD13-AF73-44F3-B81A-08DF10B405A1}" type="sibTrans" cxnId="{1A855B4A-B61A-48A4-A127-151268087435}">
      <dgm:prSet/>
      <dgm:spPr/>
      <dgm:t>
        <a:bodyPr/>
        <a:lstStyle/>
        <a:p>
          <a:endParaRPr lang="en-US"/>
        </a:p>
      </dgm:t>
    </dgm:pt>
    <dgm:pt modelId="{749F3D15-05E0-49D9-84B6-721ADD48A471}">
      <dgm:prSet custT="1"/>
      <dgm:spPr/>
      <dgm:t>
        <a:bodyPr/>
        <a:lstStyle/>
        <a:p>
          <a:r>
            <a:rPr lang="en-US" sz="3100" b="1" dirty="0" err="1">
              <a:latin typeface="Exo 2 Black"/>
              <a:ea typeface="+mn-ea"/>
              <a:cs typeface="+mn-cs"/>
            </a:rPr>
            <a:t>Servicios</a:t>
          </a:r>
          <a:r>
            <a:rPr lang="en-US" sz="3100" b="1" dirty="0">
              <a:latin typeface="Exo 2 Black"/>
              <a:ea typeface="+mn-ea"/>
              <a:cs typeface="+mn-cs"/>
            </a:rPr>
            <a:t> As a Service</a:t>
          </a:r>
          <a:endParaRPr lang="en-US" sz="3100" dirty="0"/>
        </a:p>
      </dgm:t>
    </dgm:pt>
    <dgm:pt modelId="{6C81F8D8-8483-4AF2-BCD4-A718F2473CBA}" type="parTrans" cxnId="{19CFD104-04FA-488E-817A-8743B8CBDF86}">
      <dgm:prSet/>
      <dgm:spPr/>
      <dgm:t>
        <a:bodyPr/>
        <a:lstStyle/>
        <a:p>
          <a:endParaRPr lang="en-US"/>
        </a:p>
      </dgm:t>
    </dgm:pt>
    <dgm:pt modelId="{205BC0C9-089E-48D6-ADCE-32F386EB1D16}" type="sibTrans" cxnId="{19CFD104-04FA-488E-817A-8743B8CBDF86}">
      <dgm:prSet/>
      <dgm:spPr/>
      <dgm:t>
        <a:bodyPr/>
        <a:lstStyle/>
        <a:p>
          <a:endParaRPr lang="en-US"/>
        </a:p>
      </dgm:t>
    </dgm:pt>
    <dgm:pt modelId="{264CD9D7-64A1-4F72-B991-F7C3BFA059CD}">
      <dgm:prSet/>
      <dgm:spPr/>
      <dgm:t>
        <a:bodyPr/>
        <a:lstStyle/>
        <a:p>
          <a:r>
            <a:rPr lang="es-ES" dirty="0"/>
            <a:t>Consultores DevOps </a:t>
          </a:r>
          <a:r>
            <a:rPr lang="es-ES" i="1" dirty="0"/>
            <a:t>as a </a:t>
          </a:r>
          <a:r>
            <a:rPr lang="es-ES" i="1" dirty="0" err="1"/>
            <a:t>service</a:t>
          </a:r>
          <a:r>
            <a:rPr lang="es-ES" dirty="0"/>
            <a:t> para sus proyectos</a:t>
          </a:r>
          <a:endParaRPr lang="en-US" dirty="0"/>
        </a:p>
      </dgm:t>
    </dgm:pt>
    <dgm:pt modelId="{1C0B08C2-8E7F-4ACE-B09E-7D1E57DB0E6E}" type="parTrans" cxnId="{57729277-A6D0-4725-AE6B-AFE68E25C1A6}">
      <dgm:prSet/>
      <dgm:spPr/>
      <dgm:t>
        <a:bodyPr/>
        <a:lstStyle/>
        <a:p>
          <a:endParaRPr lang="en-US"/>
        </a:p>
      </dgm:t>
    </dgm:pt>
    <dgm:pt modelId="{3DE658F3-846E-4007-9989-B2DB587DB25E}" type="sibTrans" cxnId="{57729277-A6D0-4725-AE6B-AFE68E25C1A6}">
      <dgm:prSet/>
      <dgm:spPr/>
      <dgm:t>
        <a:bodyPr/>
        <a:lstStyle/>
        <a:p>
          <a:endParaRPr lang="en-US"/>
        </a:p>
      </dgm:t>
    </dgm:pt>
    <dgm:pt modelId="{CD57E7AA-8A3C-4813-BCB9-F05F4CBD58AC}">
      <dgm:prSet/>
      <dgm:spPr/>
      <dgm:t>
        <a:bodyPr/>
        <a:lstStyle/>
        <a:p>
          <a:r>
            <a:rPr lang="en-US" dirty="0" err="1"/>
            <a:t>Servicios</a:t>
          </a:r>
          <a:r>
            <a:rPr lang="en-US" dirty="0"/>
            <a:t> de CTO </a:t>
          </a:r>
          <a:r>
            <a:rPr lang="en-US" i="1" dirty="0"/>
            <a:t>as a Service</a:t>
          </a:r>
          <a:r>
            <a:rPr lang="en-US" dirty="0"/>
            <a:t> para sus </a:t>
          </a:r>
          <a:r>
            <a:rPr lang="en-US" dirty="0" err="1"/>
            <a:t>proyectos</a:t>
          </a:r>
          <a:endParaRPr lang="en-US" dirty="0"/>
        </a:p>
      </dgm:t>
    </dgm:pt>
    <dgm:pt modelId="{306E1512-0B63-4B2F-B2EE-6D39A30A2C08}" type="parTrans" cxnId="{5FCD0137-C5F4-4A82-818B-658210CF3824}">
      <dgm:prSet/>
      <dgm:spPr/>
      <dgm:t>
        <a:bodyPr/>
        <a:lstStyle/>
        <a:p>
          <a:endParaRPr lang="en-US"/>
        </a:p>
      </dgm:t>
    </dgm:pt>
    <dgm:pt modelId="{5256706E-388E-49C9-82AB-0B31A5C1FF2C}" type="sibTrans" cxnId="{5FCD0137-C5F4-4A82-818B-658210CF3824}">
      <dgm:prSet/>
      <dgm:spPr/>
      <dgm:t>
        <a:bodyPr/>
        <a:lstStyle/>
        <a:p>
          <a:endParaRPr lang="en-US"/>
        </a:p>
      </dgm:t>
    </dgm:pt>
    <dgm:pt modelId="{06924B46-8B5F-42D3-91BE-28FDF8CDEF6B}" type="pres">
      <dgm:prSet presAssocID="{2DC286F3-B20E-4480-9D79-DEC9CF04198E}" presName="Name0" presStyleCnt="0">
        <dgm:presLayoutVars>
          <dgm:dir/>
          <dgm:animLvl val="lvl"/>
          <dgm:resizeHandles val="exact"/>
        </dgm:presLayoutVars>
      </dgm:prSet>
      <dgm:spPr/>
    </dgm:pt>
    <dgm:pt modelId="{23436F47-8EF6-4ED6-AF81-06AE249EC0B1}" type="pres">
      <dgm:prSet presAssocID="{2D1D54C2-FA2A-42EB-BB5C-04D750E1A5CB}" presName="composite" presStyleCnt="0"/>
      <dgm:spPr/>
    </dgm:pt>
    <dgm:pt modelId="{A6BA6502-5817-4396-A384-FE7A4DDD6388}" type="pres">
      <dgm:prSet presAssocID="{2D1D54C2-FA2A-42EB-BB5C-04D750E1A5CB}" presName="parTx" presStyleLbl="alignNode1" presStyleIdx="0" presStyleCnt="4" custLinFactNeighborX="-103" custLinFactNeighborY="2545">
        <dgm:presLayoutVars>
          <dgm:chMax val="0"/>
          <dgm:chPref val="0"/>
          <dgm:bulletEnabled val="1"/>
        </dgm:presLayoutVars>
      </dgm:prSet>
      <dgm:spPr/>
    </dgm:pt>
    <dgm:pt modelId="{96FFF606-5FAF-46D3-861D-959BE8DF2922}" type="pres">
      <dgm:prSet presAssocID="{2D1D54C2-FA2A-42EB-BB5C-04D750E1A5CB}" presName="desTx" presStyleLbl="alignAccFollowNode1" presStyleIdx="0" presStyleCnt="4">
        <dgm:presLayoutVars>
          <dgm:bulletEnabled val="1"/>
        </dgm:presLayoutVars>
      </dgm:prSet>
      <dgm:spPr/>
    </dgm:pt>
    <dgm:pt modelId="{B28DA988-DE40-4B42-A44D-2E449DF5DFBF}" type="pres">
      <dgm:prSet presAssocID="{99AADEBD-21DF-44E5-875E-B9912228519B}" presName="space" presStyleCnt="0"/>
      <dgm:spPr/>
    </dgm:pt>
    <dgm:pt modelId="{D9408348-28BE-4FCD-A89B-45F1F368D319}" type="pres">
      <dgm:prSet presAssocID="{C40CE83B-EC66-42B2-A8DC-CF03C262FCFF}" presName="composite" presStyleCnt="0"/>
      <dgm:spPr/>
    </dgm:pt>
    <dgm:pt modelId="{300EA2D9-970F-4102-BE0C-107DFFFA695B}" type="pres">
      <dgm:prSet presAssocID="{C40CE83B-EC66-42B2-A8DC-CF03C262FCFF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67E55691-E68B-4BC1-9FFC-0506E12A3F64}" type="pres">
      <dgm:prSet presAssocID="{C40CE83B-EC66-42B2-A8DC-CF03C262FCFF}" presName="desTx" presStyleLbl="alignAccFollowNode1" presStyleIdx="1" presStyleCnt="4">
        <dgm:presLayoutVars>
          <dgm:bulletEnabled val="1"/>
        </dgm:presLayoutVars>
      </dgm:prSet>
      <dgm:spPr/>
    </dgm:pt>
    <dgm:pt modelId="{EAA8E4F7-CE3A-4FB5-BE5B-A0342654E777}" type="pres">
      <dgm:prSet presAssocID="{F084354B-B6BA-443B-9BD5-2890E5BEE5D9}" presName="space" presStyleCnt="0"/>
      <dgm:spPr/>
    </dgm:pt>
    <dgm:pt modelId="{D797E6A8-5F16-4AA0-AF50-F48F18C3651D}" type="pres">
      <dgm:prSet presAssocID="{3CF15745-C14A-4B9C-9E60-DC08E4F75BBF}" presName="composite" presStyleCnt="0"/>
      <dgm:spPr/>
    </dgm:pt>
    <dgm:pt modelId="{8CCBAA6E-0996-434B-ADE6-2FB1C826B27E}" type="pres">
      <dgm:prSet presAssocID="{3CF15745-C14A-4B9C-9E60-DC08E4F75BBF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EF0F153B-8DB2-40AB-9267-C275DF9D75F7}" type="pres">
      <dgm:prSet presAssocID="{3CF15745-C14A-4B9C-9E60-DC08E4F75BBF}" presName="desTx" presStyleLbl="alignAccFollowNode1" presStyleIdx="2" presStyleCnt="4">
        <dgm:presLayoutVars>
          <dgm:bulletEnabled val="1"/>
        </dgm:presLayoutVars>
      </dgm:prSet>
      <dgm:spPr/>
    </dgm:pt>
    <dgm:pt modelId="{089D9DB6-550A-4878-9332-57E293373476}" type="pres">
      <dgm:prSet presAssocID="{D20FC4F6-E245-49D9-9BBE-1C3736446585}" presName="space" presStyleCnt="0"/>
      <dgm:spPr/>
    </dgm:pt>
    <dgm:pt modelId="{D624F6A2-E768-4DAC-ADA9-268E01D75FD9}" type="pres">
      <dgm:prSet presAssocID="{749F3D15-05E0-49D9-84B6-721ADD48A471}" presName="composite" presStyleCnt="0"/>
      <dgm:spPr/>
    </dgm:pt>
    <dgm:pt modelId="{323BF2EA-1AEF-4D9B-9BC3-E36174177ACE}" type="pres">
      <dgm:prSet presAssocID="{749F3D15-05E0-49D9-84B6-721ADD48A471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A8E9E872-2039-4B02-B340-E44C5A48C848}" type="pres">
      <dgm:prSet presAssocID="{749F3D15-05E0-49D9-84B6-721ADD48A471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7C598804-F01F-4DB6-A8FF-0BEDA834DB3C}" srcId="{2DC286F3-B20E-4480-9D79-DEC9CF04198E}" destId="{C40CE83B-EC66-42B2-A8DC-CF03C262FCFF}" srcOrd="1" destOrd="0" parTransId="{F00B7941-159F-433A-AE64-440DADFEE86B}" sibTransId="{F084354B-B6BA-443B-9BD5-2890E5BEE5D9}"/>
    <dgm:cxn modelId="{19CFD104-04FA-488E-817A-8743B8CBDF86}" srcId="{2DC286F3-B20E-4480-9D79-DEC9CF04198E}" destId="{749F3D15-05E0-49D9-84B6-721ADD48A471}" srcOrd="3" destOrd="0" parTransId="{6C81F8D8-8483-4AF2-BCD4-A718F2473CBA}" sibTransId="{205BC0C9-089E-48D6-ADCE-32F386EB1D16}"/>
    <dgm:cxn modelId="{0EB4A20B-0153-4CF5-8785-C8F9C574695A}" type="presOf" srcId="{264CD9D7-64A1-4F72-B991-F7C3BFA059CD}" destId="{A8E9E872-2039-4B02-B340-E44C5A48C848}" srcOrd="0" destOrd="0" presId="urn:microsoft.com/office/officeart/2005/8/layout/hList1"/>
    <dgm:cxn modelId="{D2E58C17-D87B-45B0-A114-E2F35307A2A4}" type="presOf" srcId="{A3ECED55-C87C-4BAC-BE57-4985147342CC}" destId="{67E55691-E68B-4BC1-9FFC-0506E12A3F64}" srcOrd="0" destOrd="0" presId="urn:microsoft.com/office/officeart/2005/8/layout/hList1"/>
    <dgm:cxn modelId="{B6DDCB19-D4A5-457D-B5AA-5F06A8553714}" type="presOf" srcId="{3CF15745-C14A-4B9C-9E60-DC08E4F75BBF}" destId="{8CCBAA6E-0996-434B-ADE6-2FB1C826B27E}" srcOrd="0" destOrd="0" presId="urn:microsoft.com/office/officeart/2005/8/layout/hList1"/>
    <dgm:cxn modelId="{02428831-492E-49A0-9B7F-30F236BD511B}" type="presOf" srcId="{2D1D54C2-FA2A-42EB-BB5C-04D750E1A5CB}" destId="{A6BA6502-5817-4396-A384-FE7A4DDD6388}" srcOrd="0" destOrd="0" presId="urn:microsoft.com/office/officeart/2005/8/layout/hList1"/>
    <dgm:cxn modelId="{5FCD0137-C5F4-4A82-818B-658210CF3824}" srcId="{749F3D15-05E0-49D9-84B6-721ADD48A471}" destId="{CD57E7AA-8A3C-4813-BCB9-F05F4CBD58AC}" srcOrd="1" destOrd="0" parTransId="{306E1512-0B63-4B2F-B2EE-6D39A30A2C08}" sibTransId="{5256706E-388E-49C9-82AB-0B31A5C1FF2C}"/>
    <dgm:cxn modelId="{38043963-05E1-4834-B804-341A70D0A031}" srcId="{2D1D54C2-FA2A-42EB-BB5C-04D750E1A5CB}" destId="{AC46FF86-F697-4052-B28F-B8929FE89541}" srcOrd="0" destOrd="0" parTransId="{A72889D3-DF7F-44B7-8269-477B5544EFA0}" sibTransId="{260A1174-9556-488E-A020-AC39B71E876B}"/>
    <dgm:cxn modelId="{1A855B4A-B61A-48A4-A127-151268087435}" srcId="{3CF15745-C14A-4B9C-9E60-DC08E4F75BBF}" destId="{3932A2A8-9D0A-4C69-85AC-7AF7B948D7A0}" srcOrd="0" destOrd="0" parTransId="{BAC1A58B-C2F3-4003-87F2-CFB2BAC79E0D}" sibTransId="{E5B1CD13-AF73-44F3-B81A-08DF10B405A1}"/>
    <dgm:cxn modelId="{27E52D6D-4A0D-4F62-BFAD-EC06B941042C}" srcId="{2DC286F3-B20E-4480-9D79-DEC9CF04198E}" destId="{3CF15745-C14A-4B9C-9E60-DC08E4F75BBF}" srcOrd="2" destOrd="0" parTransId="{69BB0AF4-D677-42A4-8860-985D45550225}" sibTransId="{D20FC4F6-E245-49D9-9BBE-1C3736446585}"/>
    <dgm:cxn modelId="{57729277-A6D0-4725-AE6B-AFE68E25C1A6}" srcId="{749F3D15-05E0-49D9-84B6-721ADD48A471}" destId="{264CD9D7-64A1-4F72-B991-F7C3BFA059CD}" srcOrd="0" destOrd="0" parTransId="{1C0B08C2-8E7F-4ACE-B09E-7D1E57DB0E6E}" sibTransId="{3DE658F3-846E-4007-9989-B2DB587DB25E}"/>
    <dgm:cxn modelId="{01B0BE97-9367-4E20-8C0E-134937CDF1B8}" srcId="{2DC286F3-B20E-4480-9D79-DEC9CF04198E}" destId="{2D1D54C2-FA2A-42EB-BB5C-04D750E1A5CB}" srcOrd="0" destOrd="0" parTransId="{70E71D77-9214-42A8-951A-0BBDDC5FD614}" sibTransId="{99AADEBD-21DF-44E5-875E-B9912228519B}"/>
    <dgm:cxn modelId="{B6621EA9-0166-4E03-B9E8-8FC2447FDC35}" type="presOf" srcId="{3932A2A8-9D0A-4C69-85AC-7AF7B948D7A0}" destId="{EF0F153B-8DB2-40AB-9267-C275DF9D75F7}" srcOrd="0" destOrd="0" presId="urn:microsoft.com/office/officeart/2005/8/layout/hList1"/>
    <dgm:cxn modelId="{2674E5CA-71F3-46FC-998D-4482D3B1ED3A}" type="presOf" srcId="{749F3D15-05E0-49D9-84B6-721ADD48A471}" destId="{323BF2EA-1AEF-4D9B-9BC3-E36174177ACE}" srcOrd="0" destOrd="0" presId="urn:microsoft.com/office/officeart/2005/8/layout/hList1"/>
    <dgm:cxn modelId="{9E3BF9D0-410C-4011-94DE-924EFB01767F}" type="presOf" srcId="{CD57E7AA-8A3C-4813-BCB9-F05F4CBD58AC}" destId="{A8E9E872-2039-4B02-B340-E44C5A48C848}" srcOrd="0" destOrd="1" presId="urn:microsoft.com/office/officeart/2005/8/layout/hList1"/>
    <dgm:cxn modelId="{37006BE3-76C5-48FD-8503-044CE76CCD67}" srcId="{C40CE83B-EC66-42B2-A8DC-CF03C262FCFF}" destId="{A3ECED55-C87C-4BAC-BE57-4985147342CC}" srcOrd="0" destOrd="0" parTransId="{962BDF8F-65E6-4466-BB13-2F2007367881}" sibTransId="{2686C3A9-8FAB-43B8-99D9-6CE47DC5E364}"/>
    <dgm:cxn modelId="{18E86EF2-E205-4BF3-9E3D-5D31478506CA}" type="presOf" srcId="{C40CE83B-EC66-42B2-A8DC-CF03C262FCFF}" destId="{300EA2D9-970F-4102-BE0C-107DFFFA695B}" srcOrd="0" destOrd="0" presId="urn:microsoft.com/office/officeart/2005/8/layout/hList1"/>
    <dgm:cxn modelId="{5DB252FD-88F6-4B08-A46C-A65A3F9F2BBB}" type="presOf" srcId="{AC46FF86-F697-4052-B28F-B8929FE89541}" destId="{96FFF606-5FAF-46D3-861D-959BE8DF2922}" srcOrd="0" destOrd="0" presId="urn:microsoft.com/office/officeart/2005/8/layout/hList1"/>
    <dgm:cxn modelId="{E5B398FD-8402-4888-B7C3-24A155E604FD}" type="presOf" srcId="{2DC286F3-B20E-4480-9D79-DEC9CF04198E}" destId="{06924B46-8B5F-42D3-91BE-28FDF8CDEF6B}" srcOrd="0" destOrd="0" presId="urn:microsoft.com/office/officeart/2005/8/layout/hList1"/>
    <dgm:cxn modelId="{5E112DE6-3635-46B5-AC00-75BB4D3BAB84}" type="presParOf" srcId="{06924B46-8B5F-42D3-91BE-28FDF8CDEF6B}" destId="{23436F47-8EF6-4ED6-AF81-06AE249EC0B1}" srcOrd="0" destOrd="0" presId="urn:microsoft.com/office/officeart/2005/8/layout/hList1"/>
    <dgm:cxn modelId="{00D04CAA-4A86-4599-A143-FACC17D595FD}" type="presParOf" srcId="{23436F47-8EF6-4ED6-AF81-06AE249EC0B1}" destId="{A6BA6502-5817-4396-A384-FE7A4DDD6388}" srcOrd="0" destOrd="0" presId="urn:microsoft.com/office/officeart/2005/8/layout/hList1"/>
    <dgm:cxn modelId="{EFE924C3-5BAE-4131-B465-29FA7455AD3B}" type="presParOf" srcId="{23436F47-8EF6-4ED6-AF81-06AE249EC0B1}" destId="{96FFF606-5FAF-46D3-861D-959BE8DF2922}" srcOrd="1" destOrd="0" presId="urn:microsoft.com/office/officeart/2005/8/layout/hList1"/>
    <dgm:cxn modelId="{0CACB6B2-B2CA-487B-A7AD-695017A9EA56}" type="presParOf" srcId="{06924B46-8B5F-42D3-91BE-28FDF8CDEF6B}" destId="{B28DA988-DE40-4B42-A44D-2E449DF5DFBF}" srcOrd="1" destOrd="0" presId="urn:microsoft.com/office/officeart/2005/8/layout/hList1"/>
    <dgm:cxn modelId="{522E1EC2-4426-41D7-81B2-421DB98AB902}" type="presParOf" srcId="{06924B46-8B5F-42D3-91BE-28FDF8CDEF6B}" destId="{D9408348-28BE-4FCD-A89B-45F1F368D319}" srcOrd="2" destOrd="0" presId="urn:microsoft.com/office/officeart/2005/8/layout/hList1"/>
    <dgm:cxn modelId="{157BF3EA-F8C6-4ADC-904F-373FF146CE0E}" type="presParOf" srcId="{D9408348-28BE-4FCD-A89B-45F1F368D319}" destId="{300EA2D9-970F-4102-BE0C-107DFFFA695B}" srcOrd="0" destOrd="0" presId="urn:microsoft.com/office/officeart/2005/8/layout/hList1"/>
    <dgm:cxn modelId="{04F43033-1F6D-4EE7-8237-5AF10EC79F8D}" type="presParOf" srcId="{D9408348-28BE-4FCD-A89B-45F1F368D319}" destId="{67E55691-E68B-4BC1-9FFC-0506E12A3F64}" srcOrd="1" destOrd="0" presId="urn:microsoft.com/office/officeart/2005/8/layout/hList1"/>
    <dgm:cxn modelId="{02D5F001-C72A-4E6C-B3C4-B491CAE89FCC}" type="presParOf" srcId="{06924B46-8B5F-42D3-91BE-28FDF8CDEF6B}" destId="{EAA8E4F7-CE3A-4FB5-BE5B-A0342654E777}" srcOrd="3" destOrd="0" presId="urn:microsoft.com/office/officeart/2005/8/layout/hList1"/>
    <dgm:cxn modelId="{3063A1CA-559F-4C46-B993-CB335BB0CEDD}" type="presParOf" srcId="{06924B46-8B5F-42D3-91BE-28FDF8CDEF6B}" destId="{D797E6A8-5F16-4AA0-AF50-F48F18C3651D}" srcOrd="4" destOrd="0" presId="urn:microsoft.com/office/officeart/2005/8/layout/hList1"/>
    <dgm:cxn modelId="{A8DFEB03-6C50-48BE-BA28-C1F0C3EBA55D}" type="presParOf" srcId="{D797E6A8-5F16-4AA0-AF50-F48F18C3651D}" destId="{8CCBAA6E-0996-434B-ADE6-2FB1C826B27E}" srcOrd="0" destOrd="0" presId="urn:microsoft.com/office/officeart/2005/8/layout/hList1"/>
    <dgm:cxn modelId="{E7F80823-6DBD-4242-A4FC-E9C69C5BFD57}" type="presParOf" srcId="{D797E6A8-5F16-4AA0-AF50-F48F18C3651D}" destId="{EF0F153B-8DB2-40AB-9267-C275DF9D75F7}" srcOrd="1" destOrd="0" presId="urn:microsoft.com/office/officeart/2005/8/layout/hList1"/>
    <dgm:cxn modelId="{4BA12E16-E1C1-4774-A48B-F47430371DDB}" type="presParOf" srcId="{06924B46-8B5F-42D3-91BE-28FDF8CDEF6B}" destId="{089D9DB6-550A-4878-9332-57E293373476}" srcOrd="5" destOrd="0" presId="urn:microsoft.com/office/officeart/2005/8/layout/hList1"/>
    <dgm:cxn modelId="{C7BC593A-9B53-484B-BC3C-AC632BBFB3EF}" type="presParOf" srcId="{06924B46-8B5F-42D3-91BE-28FDF8CDEF6B}" destId="{D624F6A2-E768-4DAC-ADA9-268E01D75FD9}" srcOrd="6" destOrd="0" presId="urn:microsoft.com/office/officeart/2005/8/layout/hList1"/>
    <dgm:cxn modelId="{F9B27E20-48A1-46DA-AF1D-BEAE6F3A66A6}" type="presParOf" srcId="{D624F6A2-E768-4DAC-ADA9-268E01D75FD9}" destId="{323BF2EA-1AEF-4D9B-9BC3-E36174177ACE}" srcOrd="0" destOrd="0" presId="urn:microsoft.com/office/officeart/2005/8/layout/hList1"/>
    <dgm:cxn modelId="{328A5DAF-1A02-4A3F-AB2C-E566140C5C26}" type="presParOf" srcId="{D624F6A2-E768-4DAC-ADA9-268E01D75FD9}" destId="{A8E9E872-2039-4B02-B340-E44C5A48C84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C286F3-B20E-4480-9D79-DEC9CF04198E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D1D54C2-FA2A-42EB-BB5C-04D750E1A5CB}">
      <dgm:prSet phldrT="[Texto]" custT="1"/>
      <dgm:spPr/>
      <dgm:t>
        <a:bodyPr/>
        <a:lstStyle/>
        <a:p>
          <a:r>
            <a:rPr lang="en-US" sz="3300" b="1" kern="1200" dirty="0" err="1">
              <a:latin typeface="Exo 2 Black"/>
              <a:ea typeface="+mn-ea"/>
              <a:cs typeface="+mn-cs"/>
            </a:rPr>
            <a:t>Infraestructura</a:t>
          </a:r>
          <a:r>
            <a:rPr lang="en-US" sz="3300" b="1" kern="1200" dirty="0">
              <a:latin typeface="Exo 2 Black"/>
              <a:ea typeface="+mn-ea"/>
              <a:cs typeface="+mn-cs"/>
            </a:rPr>
            <a:t> </a:t>
          </a:r>
          <a:r>
            <a:rPr lang="en-US" sz="3300" b="1" kern="1200" dirty="0" err="1">
              <a:latin typeface="Exo 2 Black"/>
              <a:ea typeface="+mn-ea"/>
              <a:cs typeface="+mn-cs"/>
            </a:rPr>
            <a:t>gestionada</a:t>
          </a:r>
          <a:endParaRPr lang="en-US" sz="3300" b="1" kern="1200" dirty="0">
            <a:latin typeface="Exo 2 Black"/>
            <a:ea typeface="+mn-ea"/>
            <a:cs typeface="+mn-cs"/>
          </a:endParaRPr>
        </a:p>
      </dgm:t>
    </dgm:pt>
    <dgm:pt modelId="{70E71D77-9214-42A8-951A-0BBDDC5FD614}" type="parTrans" cxnId="{01B0BE97-9367-4E20-8C0E-134937CDF1B8}">
      <dgm:prSet/>
      <dgm:spPr/>
      <dgm:t>
        <a:bodyPr/>
        <a:lstStyle/>
        <a:p>
          <a:endParaRPr lang="en-US"/>
        </a:p>
      </dgm:t>
    </dgm:pt>
    <dgm:pt modelId="{99AADEBD-21DF-44E5-875E-B9912228519B}" type="sibTrans" cxnId="{01B0BE97-9367-4E20-8C0E-134937CDF1B8}">
      <dgm:prSet/>
      <dgm:spPr/>
      <dgm:t>
        <a:bodyPr/>
        <a:lstStyle/>
        <a:p>
          <a:endParaRPr lang="en-US"/>
        </a:p>
      </dgm:t>
    </dgm:pt>
    <dgm:pt modelId="{AC46FF86-F697-4052-B28F-B8929FE89541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/>
            <a:t>Administración y mantenimiento de entornos </a:t>
          </a:r>
          <a:r>
            <a:rPr lang="es-ES" dirty="0" err="1"/>
            <a:t>cloud</a:t>
          </a:r>
          <a:r>
            <a:rPr lang="es-ES" dirty="0"/>
            <a:t>, híbridos o on-premise.</a:t>
          </a:r>
          <a:endParaRPr lang="en-US" dirty="0"/>
        </a:p>
      </dgm:t>
    </dgm:pt>
    <dgm:pt modelId="{A72889D3-DF7F-44B7-8269-477B5544EFA0}" type="parTrans" cxnId="{38043963-05E1-4834-B804-341A70D0A031}">
      <dgm:prSet/>
      <dgm:spPr/>
      <dgm:t>
        <a:bodyPr/>
        <a:lstStyle/>
        <a:p>
          <a:endParaRPr lang="en-US"/>
        </a:p>
      </dgm:t>
    </dgm:pt>
    <dgm:pt modelId="{260A1174-9556-488E-A020-AC39B71E876B}" type="sibTrans" cxnId="{38043963-05E1-4834-B804-341A70D0A031}">
      <dgm:prSet/>
      <dgm:spPr/>
      <dgm:t>
        <a:bodyPr/>
        <a:lstStyle/>
        <a:p>
          <a:endParaRPr lang="en-US"/>
        </a:p>
      </dgm:t>
    </dgm:pt>
    <dgm:pt modelId="{C40CE83B-EC66-42B2-A8DC-CF03C262FCFF}">
      <dgm:prSet phldrT="[Texto]" custT="1"/>
      <dgm:spPr/>
      <dgm:t>
        <a:bodyPr/>
        <a:lstStyle/>
        <a:p>
          <a:r>
            <a:rPr lang="en-US" sz="3300" b="1" kern="1200" dirty="0" err="1">
              <a:latin typeface="Exo 2 Black"/>
              <a:ea typeface="+mn-ea"/>
              <a:cs typeface="+mn-cs"/>
            </a:rPr>
            <a:t>Monitorización</a:t>
          </a:r>
          <a:r>
            <a:rPr lang="en-US" sz="3300" b="1" kern="1200" dirty="0">
              <a:latin typeface="Exo 2 Black"/>
              <a:ea typeface="+mn-ea"/>
              <a:cs typeface="+mn-cs"/>
            </a:rPr>
            <a:t> &amp; </a:t>
          </a:r>
          <a:r>
            <a:rPr lang="en-US" sz="3300" b="1" kern="1200" dirty="0" err="1">
              <a:latin typeface="Exo 2 Black"/>
              <a:ea typeface="+mn-ea"/>
              <a:cs typeface="+mn-cs"/>
            </a:rPr>
            <a:t>soporte</a:t>
          </a:r>
          <a:endParaRPr lang="en-US" sz="3300" b="1" kern="1200" dirty="0">
            <a:latin typeface="Exo 2 Black"/>
            <a:ea typeface="+mn-ea"/>
            <a:cs typeface="+mn-cs"/>
          </a:endParaRPr>
        </a:p>
      </dgm:t>
    </dgm:pt>
    <dgm:pt modelId="{F00B7941-159F-433A-AE64-440DADFEE86B}" type="parTrans" cxnId="{7C598804-F01F-4DB6-A8FF-0BEDA834DB3C}">
      <dgm:prSet/>
      <dgm:spPr/>
      <dgm:t>
        <a:bodyPr/>
        <a:lstStyle/>
        <a:p>
          <a:endParaRPr lang="en-US"/>
        </a:p>
      </dgm:t>
    </dgm:pt>
    <dgm:pt modelId="{F084354B-B6BA-443B-9BD5-2890E5BEE5D9}" type="sibTrans" cxnId="{7C598804-F01F-4DB6-A8FF-0BEDA834DB3C}">
      <dgm:prSet/>
      <dgm:spPr/>
      <dgm:t>
        <a:bodyPr/>
        <a:lstStyle/>
        <a:p>
          <a:endParaRPr lang="en-US"/>
        </a:p>
      </dgm:t>
    </dgm:pt>
    <dgm:pt modelId="{A3ECED55-C87C-4BAC-BE57-4985147342CC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/>
            <a:t>Supervisión 24x7, alertas proactivas, APM y optimización de recursos.</a:t>
          </a:r>
          <a:endParaRPr lang="en-US" dirty="0"/>
        </a:p>
      </dgm:t>
    </dgm:pt>
    <dgm:pt modelId="{962BDF8F-65E6-4466-BB13-2F2007367881}" type="parTrans" cxnId="{37006BE3-76C5-48FD-8503-044CE76CCD67}">
      <dgm:prSet/>
      <dgm:spPr/>
      <dgm:t>
        <a:bodyPr/>
        <a:lstStyle/>
        <a:p>
          <a:endParaRPr lang="en-US"/>
        </a:p>
      </dgm:t>
    </dgm:pt>
    <dgm:pt modelId="{2686C3A9-8FAB-43B8-99D9-6CE47DC5E364}" type="sibTrans" cxnId="{37006BE3-76C5-48FD-8503-044CE76CCD67}">
      <dgm:prSet/>
      <dgm:spPr/>
      <dgm:t>
        <a:bodyPr/>
        <a:lstStyle/>
        <a:p>
          <a:endParaRPr lang="en-US"/>
        </a:p>
      </dgm:t>
    </dgm:pt>
    <dgm:pt modelId="{3CF15745-C14A-4B9C-9E60-DC08E4F75BBF}">
      <dgm:prSet phldrT="[Texto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>
              <a:latin typeface="Exo 2 Black"/>
              <a:ea typeface="+mn-ea"/>
              <a:cs typeface="+mn-cs"/>
            </a:rPr>
            <a:t>Business Continuity</a:t>
          </a:r>
        </a:p>
      </dgm:t>
    </dgm:pt>
    <dgm:pt modelId="{69BB0AF4-D677-42A4-8860-985D45550225}" type="parTrans" cxnId="{27E52D6D-4A0D-4F62-BFAD-EC06B941042C}">
      <dgm:prSet/>
      <dgm:spPr/>
      <dgm:t>
        <a:bodyPr/>
        <a:lstStyle/>
        <a:p>
          <a:endParaRPr lang="en-US"/>
        </a:p>
      </dgm:t>
    </dgm:pt>
    <dgm:pt modelId="{D20FC4F6-E245-49D9-9BBE-1C3736446585}" type="sibTrans" cxnId="{27E52D6D-4A0D-4F62-BFAD-EC06B941042C}">
      <dgm:prSet/>
      <dgm:spPr/>
      <dgm:t>
        <a:bodyPr/>
        <a:lstStyle/>
        <a:p>
          <a:endParaRPr lang="en-US"/>
        </a:p>
      </dgm:t>
    </dgm:pt>
    <dgm:pt modelId="{3932A2A8-9D0A-4C69-85AC-7AF7B948D7A0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 err="1"/>
            <a:t>Backups</a:t>
          </a:r>
          <a:r>
            <a:rPr lang="es-ES" dirty="0"/>
            <a:t> cifrados, replicación, </a:t>
          </a:r>
          <a:r>
            <a:rPr lang="es-ES" dirty="0" err="1"/>
            <a:t>disaster</a:t>
          </a:r>
          <a:r>
            <a:rPr lang="es-ES" dirty="0"/>
            <a:t> </a:t>
          </a:r>
          <a:r>
            <a:rPr lang="es-ES" dirty="0" err="1"/>
            <a:t>recovery</a:t>
          </a:r>
          <a:r>
            <a:rPr lang="es-ES" dirty="0"/>
            <a:t> y planes </a:t>
          </a:r>
          <a:r>
            <a:rPr lang="es-ES"/>
            <a:t>de continuidad</a:t>
          </a:r>
          <a:endParaRPr lang="en-US" dirty="0"/>
        </a:p>
      </dgm:t>
    </dgm:pt>
    <dgm:pt modelId="{BAC1A58B-C2F3-4003-87F2-CFB2BAC79E0D}" type="parTrans" cxnId="{1A855B4A-B61A-48A4-A127-151268087435}">
      <dgm:prSet/>
      <dgm:spPr/>
      <dgm:t>
        <a:bodyPr/>
        <a:lstStyle/>
        <a:p>
          <a:endParaRPr lang="en-US"/>
        </a:p>
      </dgm:t>
    </dgm:pt>
    <dgm:pt modelId="{E5B1CD13-AF73-44F3-B81A-08DF10B405A1}" type="sibTrans" cxnId="{1A855B4A-B61A-48A4-A127-151268087435}">
      <dgm:prSet/>
      <dgm:spPr/>
      <dgm:t>
        <a:bodyPr/>
        <a:lstStyle/>
        <a:p>
          <a:endParaRPr lang="en-US"/>
        </a:p>
      </dgm:t>
    </dgm:pt>
    <dgm:pt modelId="{06924B46-8B5F-42D3-91BE-28FDF8CDEF6B}" type="pres">
      <dgm:prSet presAssocID="{2DC286F3-B20E-4480-9D79-DEC9CF04198E}" presName="Name0" presStyleCnt="0">
        <dgm:presLayoutVars>
          <dgm:dir/>
          <dgm:animLvl val="lvl"/>
          <dgm:resizeHandles val="exact"/>
        </dgm:presLayoutVars>
      </dgm:prSet>
      <dgm:spPr/>
    </dgm:pt>
    <dgm:pt modelId="{23436F47-8EF6-4ED6-AF81-06AE249EC0B1}" type="pres">
      <dgm:prSet presAssocID="{2D1D54C2-FA2A-42EB-BB5C-04D750E1A5CB}" presName="composite" presStyleCnt="0"/>
      <dgm:spPr/>
    </dgm:pt>
    <dgm:pt modelId="{A6BA6502-5817-4396-A384-FE7A4DDD6388}" type="pres">
      <dgm:prSet presAssocID="{2D1D54C2-FA2A-42EB-BB5C-04D750E1A5CB}" presName="parTx" presStyleLbl="alignNode1" presStyleIdx="0" presStyleCnt="3" custLinFactNeighborX="-103" custLinFactNeighborY="2545">
        <dgm:presLayoutVars>
          <dgm:chMax val="0"/>
          <dgm:chPref val="0"/>
          <dgm:bulletEnabled val="1"/>
        </dgm:presLayoutVars>
      </dgm:prSet>
      <dgm:spPr/>
    </dgm:pt>
    <dgm:pt modelId="{96FFF606-5FAF-46D3-861D-959BE8DF2922}" type="pres">
      <dgm:prSet presAssocID="{2D1D54C2-FA2A-42EB-BB5C-04D750E1A5CB}" presName="desTx" presStyleLbl="alignAccFollowNode1" presStyleIdx="0" presStyleCnt="3">
        <dgm:presLayoutVars>
          <dgm:bulletEnabled val="1"/>
        </dgm:presLayoutVars>
      </dgm:prSet>
      <dgm:spPr/>
    </dgm:pt>
    <dgm:pt modelId="{B28DA988-DE40-4B42-A44D-2E449DF5DFBF}" type="pres">
      <dgm:prSet presAssocID="{99AADEBD-21DF-44E5-875E-B9912228519B}" presName="space" presStyleCnt="0"/>
      <dgm:spPr/>
    </dgm:pt>
    <dgm:pt modelId="{D9408348-28BE-4FCD-A89B-45F1F368D319}" type="pres">
      <dgm:prSet presAssocID="{C40CE83B-EC66-42B2-A8DC-CF03C262FCFF}" presName="composite" presStyleCnt="0"/>
      <dgm:spPr/>
    </dgm:pt>
    <dgm:pt modelId="{300EA2D9-970F-4102-BE0C-107DFFFA695B}" type="pres">
      <dgm:prSet presAssocID="{C40CE83B-EC66-42B2-A8DC-CF03C262FCF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7E55691-E68B-4BC1-9FFC-0506E12A3F64}" type="pres">
      <dgm:prSet presAssocID="{C40CE83B-EC66-42B2-A8DC-CF03C262FCFF}" presName="desTx" presStyleLbl="alignAccFollowNode1" presStyleIdx="1" presStyleCnt="3">
        <dgm:presLayoutVars>
          <dgm:bulletEnabled val="1"/>
        </dgm:presLayoutVars>
      </dgm:prSet>
      <dgm:spPr/>
    </dgm:pt>
    <dgm:pt modelId="{EAA8E4F7-CE3A-4FB5-BE5B-A0342654E777}" type="pres">
      <dgm:prSet presAssocID="{F084354B-B6BA-443B-9BD5-2890E5BEE5D9}" presName="space" presStyleCnt="0"/>
      <dgm:spPr/>
    </dgm:pt>
    <dgm:pt modelId="{D797E6A8-5F16-4AA0-AF50-F48F18C3651D}" type="pres">
      <dgm:prSet presAssocID="{3CF15745-C14A-4B9C-9E60-DC08E4F75BBF}" presName="composite" presStyleCnt="0"/>
      <dgm:spPr/>
    </dgm:pt>
    <dgm:pt modelId="{8CCBAA6E-0996-434B-ADE6-2FB1C826B27E}" type="pres">
      <dgm:prSet presAssocID="{3CF15745-C14A-4B9C-9E60-DC08E4F75BB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F0F153B-8DB2-40AB-9267-C275DF9D75F7}" type="pres">
      <dgm:prSet presAssocID="{3CF15745-C14A-4B9C-9E60-DC08E4F75BB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C598804-F01F-4DB6-A8FF-0BEDA834DB3C}" srcId="{2DC286F3-B20E-4480-9D79-DEC9CF04198E}" destId="{C40CE83B-EC66-42B2-A8DC-CF03C262FCFF}" srcOrd="1" destOrd="0" parTransId="{F00B7941-159F-433A-AE64-440DADFEE86B}" sibTransId="{F084354B-B6BA-443B-9BD5-2890E5BEE5D9}"/>
    <dgm:cxn modelId="{D2E58C17-D87B-45B0-A114-E2F35307A2A4}" type="presOf" srcId="{A3ECED55-C87C-4BAC-BE57-4985147342CC}" destId="{67E55691-E68B-4BC1-9FFC-0506E12A3F64}" srcOrd="0" destOrd="0" presId="urn:microsoft.com/office/officeart/2005/8/layout/hList1"/>
    <dgm:cxn modelId="{B6DDCB19-D4A5-457D-B5AA-5F06A8553714}" type="presOf" srcId="{3CF15745-C14A-4B9C-9E60-DC08E4F75BBF}" destId="{8CCBAA6E-0996-434B-ADE6-2FB1C826B27E}" srcOrd="0" destOrd="0" presId="urn:microsoft.com/office/officeart/2005/8/layout/hList1"/>
    <dgm:cxn modelId="{02428831-492E-49A0-9B7F-30F236BD511B}" type="presOf" srcId="{2D1D54C2-FA2A-42EB-BB5C-04D750E1A5CB}" destId="{A6BA6502-5817-4396-A384-FE7A4DDD6388}" srcOrd="0" destOrd="0" presId="urn:microsoft.com/office/officeart/2005/8/layout/hList1"/>
    <dgm:cxn modelId="{38043963-05E1-4834-B804-341A70D0A031}" srcId="{2D1D54C2-FA2A-42EB-BB5C-04D750E1A5CB}" destId="{AC46FF86-F697-4052-B28F-B8929FE89541}" srcOrd="0" destOrd="0" parTransId="{A72889D3-DF7F-44B7-8269-477B5544EFA0}" sibTransId="{260A1174-9556-488E-A020-AC39B71E876B}"/>
    <dgm:cxn modelId="{1A855B4A-B61A-48A4-A127-151268087435}" srcId="{3CF15745-C14A-4B9C-9E60-DC08E4F75BBF}" destId="{3932A2A8-9D0A-4C69-85AC-7AF7B948D7A0}" srcOrd="0" destOrd="0" parTransId="{BAC1A58B-C2F3-4003-87F2-CFB2BAC79E0D}" sibTransId="{E5B1CD13-AF73-44F3-B81A-08DF10B405A1}"/>
    <dgm:cxn modelId="{27E52D6D-4A0D-4F62-BFAD-EC06B941042C}" srcId="{2DC286F3-B20E-4480-9D79-DEC9CF04198E}" destId="{3CF15745-C14A-4B9C-9E60-DC08E4F75BBF}" srcOrd="2" destOrd="0" parTransId="{69BB0AF4-D677-42A4-8860-985D45550225}" sibTransId="{D20FC4F6-E245-49D9-9BBE-1C3736446585}"/>
    <dgm:cxn modelId="{01B0BE97-9367-4E20-8C0E-134937CDF1B8}" srcId="{2DC286F3-B20E-4480-9D79-DEC9CF04198E}" destId="{2D1D54C2-FA2A-42EB-BB5C-04D750E1A5CB}" srcOrd="0" destOrd="0" parTransId="{70E71D77-9214-42A8-951A-0BBDDC5FD614}" sibTransId="{99AADEBD-21DF-44E5-875E-B9912228519B}"/>
    <dgm:cxn modelId="{B6621EA9-0166-4E03-B9E8-8FC2447FDC35}" type="presOf" srcId="{3932A2A8-9D0A-4C69-85AC-7AF7B948D7A0}" destId="{EF0F153B-8DB2-40AB-9267-C275DF9D75F7}" srcOrd="0" destOrd="0" presId="urn:microsoft.com/office/officeart/2005/8/layout/hList1"/>
    <dgm:cxn modelId="{37006BE3-76C5-48FD-8503-044CE76CCD67}" srcId="{C40CE83B-EC66-42B2-A8DC-CF03C262FCFF}" destId="{A3ECED55-C87C-4BAC-BE57-4985147342CC}" srcOrd="0" destOrd="0" parTransId="{962BDF8F-65E6-4466-BB13-2F2007367881}" sibTransId="{2686C3A9-8FAB-43B8-99D9-6CE47DC5E364}"/>
    <dgm:cxn modelId="{18E86EF2-E205-4BF3-9E3D-5D31478506CA}" type="presOf" srcId="{C40CE83B-EC66-42B2-A8DC-CF03C262FCFF}" destId="{300EA2D9-970F-4102-BE0C-107DFFFA695B}" srcOrd="0" destOrd="0" presId="urn:microsoft.com/office/officeart/2005/8/layout/hList1"/>
    <dgm:cxn modelId="{5DB252FD-88F6-4B08-A46C-A65A3F9F2BBB}" type="presOf" srcId="{AC46FF86-F697-4052-B28F-B8929FE89541}" destId="{96FFF606-5FAF-46D3-861D-959BE8DF2922}" srcOrd="0" destOrd="0" presId="urn:microsoft.com/office/officeart/2005/8/layout/hList1"/>
    <dgm:cxn modelId="{E5B398FD-8402-4888-B7C3-24A155E604FD}" type="presOf" srcId="{2DC286F3-B20E-4480-9D79-DEC9CF04198E}" destId="{06924B46-8B5F-42D3-91BE-28FDF8CDEF6B}" srcOrd="0" destOrd="0" presId="urn:microsoft.com/office/officeart/2005/8/layout/hList1"/>
    <dgm:cxn modelId="{5E112DE6-3635-46B5-AC00-75BB4D3BAB84}" type="presParOf" srcId="{06924B46-8B5F-42D3-91BE-28FDF8CDEF6B}" destId="{23436F47-8EF6-4ED6-AF81-06AE249EC0B1}" srcOrd="0" destOrd="0" presId="urn:microsoft.com/office/officeart/2005/8/layout/hList1"/>
    <dgm:cxn modelId="{00D04CAA-4A86-4599-A143-FACC17D595FD}" type="presParOf" srcId="{23436F47-8EF6-4ED6-AF81-06AE249EC0B1}" destId="{A6BA6502-5817-4396-A384-FE7A4DDD6388}" srcOrd="0" destOrd="0" presId="urn:microsoft.com/office/officeart/2005/8/layout/hList1"/>
    <dgm:cxn modelId="{EFE924C3-5BAE-4131-B465-29FA7455AD3B}" type="presParOf" srcId="{23436F47-8EF6-4ED6-AF81-06AE249EC0B1}" destId="{96FFF606-5FAF-46D3-861D-959BE8DF2922}" srcOrd="1" destOrd="0" presId="urn:microsoft.com/office/officeart/2005/8/layout/hList1"/>
    <dgm:cxn modelId="{0CACB6B2-B2CA-487B-A7AD-695017A9EA56}" type="presParOf" srcId="{06924B46-8B5F-42D3-91BE-28FDF8CDEF6B}" destId="{B28DA988-DE40-4B42-A44D-2E449DF5DFBF}" srcOrd="1" destOrd="0" presId="urn:microsoft.com/office/officeart/2005/8/layout/hList1"/>
    <dgm:cxn modelId="{522E1EC2-4426-41D7-81B2-421DB98AB902}" type="presParOf" srcId="{06924B46-8B5F-42D3-91BE-28FDF8CDEF6B}" destId="{D9408348-28BE-4FCD-A89B-45F1F368D319}" srcOrd="2" destOrd="0" presId="urn:microsoft.com/office/officeart/2005/8/layout/hList1"/>
    <dgm:cxn modelId="{157BF3EA-F8C6-4ADC-904F-373FF146CE0E}" type="presParOf" srcId="{D9408348-28BE-4FCD-A89B-45F1F368D319}" destId="{300EA2D9-970F-4102-BE0C-107DFFFA695B}" srcOrd="0" destOrd="0" presId="urn:microsoft.com/office/officeart/2005/8/layout/hList1"/>
    <dgm:cxn modelId="{04F43033-1F6D-4EE7-8237-5AF10EC79F8D}" type="presParOf" srcId="{D9408348-28BE-4FCD-A89B-45F1F368D319}" destId="{67E55691-E68B-4BC1-9FFC-0506E12A3F64}" srcOrd="1" destOrd="0" presId="urn:microsoft.com/office/officeart/2005/8/layout/hList1"/>
    <dgm:cxn modelId="{02D5F001-C72A-4E6C-B3C4-B491CAE89FCC}" type="presParOf" srcId="{06924B46-8B5F-42D3-91BE-28FDF8CDEF6B}" destId="{EAA8E4F7-CE3A-4FB5-BE5B-A0342654E777}" srcOrd="3" destOrd="0" presId="urn:microsoft.com/office/officeart/2005/8/layout/hList1"/>
    <dgm:cxn modelId="{3063A1CA-559F-4C46-B993-CB335BB0CEDD}" type="presParOf" srcId="{06924B46-8B5F-42D3-91BE-28FDF8CDEF6B}" destId="{D797E6A8-5F16-4AA0-AF50-F48F18C3651D}" srcOrd="4" destOrd="0" presId="urn:microsoft.com/office/officeart/2005/8/layout/hList1"/>
    <dgm:cxn modelId="{A8DFEB03-6C50-48BE-BA28-C1F0C3EBA55D}" type="presParOf" srcId="{D797E6A8-5F16-4AA0-AF50-F48F18C3651D}" destId="{8CCBAA6E-0996-434B-ADE6-2FB1C826B27E}" srcOrd="0" destOrd="0" presId="urn:microsoft.com/office/officeart/2005/8/layout/hList1"/>
    <dgm:cxn modelId="{E7F80823-6DBD-4242-A4FC-E9C69C5BFD57}" type="presParOf" srcId="{D797E6A8-5F16-4AA0-AF50-F48F18C3651D}" destId="{EF0F153B-8DB2-40AB-9267-C275DF9D75F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05800C-8D86-41B8-83AD-CDF8D506BF1D}" type="doc">
      <dgm:prSet loTypeId="urn:microsoft.com/office/officeart/2005/8/layout/target3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2767BA8-CB88-4820-B02D-0B067B18B3C4}">
      <dgm:prSet phldrT="[Texto]"/>
      <dgm:spPr/>
      <dgm:t>
        <a:bodyPr/>
        <a:lstStyle/>
        <a:p>
          <a:r>
            <a:rPr lang="en-US" dirty="0"/>
            <a:t>Sistema granular</a:t>
          </a:r>
        </a:p>
      </dgm:t>
    </dgm:pt>
    <dgm:pt modelId="{A29A7513-22AA-461D-9590-59D3A7D1100D}" type="parTrans" cxnId="{C84626E3-2759-4D56-B581-F0B26168A589}">
      <dgm:prSet/>
      <dgm:spPr/>
      <dgm:t>
        <a:bodyPr/>
        <a:lstStyle/>
        <a:p>
          <a:endParaRPr lang="en-US"/>
        </a:p>
      </dgm:t>
    </dgm:pt>
    <dgm:pt modelId="{E8E5B5CC-06FE-4D48-89F6-397EEED555D2}" type="sibTrans" cxnId="{C84626E3-2759-4D56-B581-F0B26168A589}">
      <dgm:prSet/>
      <dgm:spPr/>
      <dgm:t>
        <a:bodyPr/>
        <a:lstStyle/>
        <a:p>
          <a:endParaRPr lang="en-US"/>
        </a:p>
      </dgm:t>
    </dgm:pt>
    <dgm:pt modelId="{C768F917-DA5F-40B1-A5EF-0786841951D2}">
      <dgm:prSet phldrT="[Texto]"/>
      <dgm:spPr/>
      <dgm:t>
        <a:bodyPr/>
        <a:lstStyle/>
        <a:p>
          <a:r>
            <a:rPr lang="en-US" dirty="0" err="1"/>
            <a:t>Monitorización</a:t>
          </a:r>
          <a:r>
            <a:rPr lang="en-US" dirty="0"/>
            <a:t> de </a:t>
          </a:r>
          <a:r>
            <a:rPr lang="en-US" dirty="0" err="1"/>
            <a:t>servicios</a:t>
          </a:r>
          <a:r>
            <a:rPr lang="en-US" dirty="0"/>
            <a:t> y </a:t>
          </a:r>
          <a:r>
            <a:rPr lang="en-US" dirty="0" err="1"/>
            <a:t>aplicaciones</a:t>
          </a:r>
          <a:endParaRPr lang="en-US" dirty="0"/>
        </a:p>
      </dgm:t>
    </dgm:pt>
    <dgm:pt modelId="{96789D46-B211-4C2E-B081-5382FB31B66D}" type="parTrans" cxnId="{06DAEBF7-4D10-445A-B2C3-E4E6F534FC57}">
      <dgm:prSet/>
      <dgm:spPr/>
      <dgm:t>
        <a:bodyPr/>
        <a:lstStyle/>
        <a:p>
          <a:endParaRPr lang="en-US"/>
        </a:p>
      </dgm:t>
    </dgm:pt>
    <dgm:pt modelId="{456AD681-262F-4AA3-AAE9-E2FA3224354A}" type="sibTrans" cxnId="{06DAEBF7-4D10-445A-B2C3-E4E6F534FC57}">
      <dgm:prSet/>
      <dgm:spPr/>
      <dgm:t>
        <a:bodyPr/>
        <a:lstStyle/>
        <a:p>
          <a:endParaRPr lang="en-US"/>
        </a:p>
      </dgm:t>
    </dgm:pt>
    <dgm:pt modelId="{40D0D2F9-39C8-493D-87DA-65043B815505}">
      <dgm:prSet phldrT="[Texto]"/>
      <dgm:spPr/>
      <dgm:t>
        <a:bodyPr/>
        <a:lstStyle/>
        <a:p>
          <a:r>
            <a:rPr lang="en-US" dirty="0" err="1"/>
            <a:t>Alertas</a:t>
          </a:r>
          <a:r>
            <a:rPr lang="en-US" dirty="0"/>
            <a:t> </a:t>
          </a:r>
          <a:r>
            <a:rPr lang="en-US" dirty="0" err="1"/>
            <a:t>contextuales</a:t>
          </a:r>
          <a:r>
            <a:rPr lang="en-US" dirty="0"/>
            <a:t> y </a:t>
          </a:r>
          <a:r>
            <a:rPr lang="en-US" dirty="0" err="1"/>
            <a:t>predictivas</a:t>
          </a:r>
          <a:endParaRPr lang="en-US" dirty="0"/>
        </a:p>
      </dgm:t>
    </dgm:pt>
    <dgm:pt modelId="{A7597287-FB03-471D-AF10-477B0055B40C}" type="parTrans" cxnId="{89A01498-F081-4965-8F93-05BBAB1AA34B}">
      <dgm:prSet/>
      <dgm:spPr/>
      <dgm:t>
        <a:bodyPr/>
        <a:lstStyle/>
        <a:p>
          <a:endParaRPr lang="en-US"/>
        </a:p>
      </dgm:t>
    </dgm:pt>
    <dgm:pt modelId="{45A68140-2745-40C6-A6FF-83F611475F90}" type="sibTrans" cxnId="{89A01498-F081-4965-8F93-05BBAB1AA34B}">
      <dgm:prSet/>
      <dgm:spPr/>
      <dgm:t>
        <a:bodyPr/>
        <a:lstStyle/>
        <a:p>
          <a:endParaRPr lang="en-US"/>
        </a:p>
      </dgm:t>
    </dgm:pt>
    <dgm:pt modelId="{1875AE15-8885-42FB-9DBC-BFCAD075DBC8}">
      <dgm:prSet phldrT="[Texto]"/>
      <dgm:spPr/>
      <dgm:t>
        <a:bodyPr/>
        <a:lstStyle/>
        <a:p>
          <a:r>
            <a:rPr lang="en-US" dirty="0"/>
            <a:t>Sistema de </a:t>
          </a:r>
          <a:r>
            <a:rPr lang="en-US" dirty="0" err="1"/>
            <a:t>notificaciones</a:t>
          </a:r>
          <a:endParaRPr lang="en-US" dirty="0"/>
        </a:p>
      </dgm:t>
    </dgm:pt>
    <dgm:pt modelId="{6D07ECD4-589D-40AB-9B94-76D06A46D412}" type="parTrans" cxnId="{67053B26-8AED-4C53-B5EA-8E77FAF73D3F}">
      <dgm:prSet/>
      <dgm:spPr/>
      <dgm:t>
        <a:bodyPr/>
        <a:lstStyle/>
        <a:p>
          <a:endParaRPr lang="en-US"/>
        </a:p>
      </dgm:t>
    </dgm:pt>
    <dgm:pt modelId="{5A8DF9B9-9FBB-41FB-B4A9-B1F975848F91}" type="sibTrans" cxnId="{67053B26-8AED-4C53-B5EA-8E77FAF73D3F}">
      <dgm:prSet/>
      <dgm:spPr/>
      <dgm:t>
        <a:bodyPr/>
        <a:lstStyle/>
        <a:p>
          <a:endParaRPr lang="en-US"/>
        </a:p>
      </dgm:t>
    </dgm:pt>
    <dgm:pt modelId="{E7E608D8-B13D-4FD6-8346-6FEAEDD131C9}">
      <dgm:prSet phldrT="[Texto]"/>
      <dgm:spPr/>
      <dgm:t>
        <a:bodyPr/>
        <a:lstStyle/>
        <a:p>
          <a:r>
            <a:rPr lang="en-US" dirty="0"/>
            <a:t>Pushover para </a:t>
          </a:r>
          <a:r>
            <a:rPr lang="en-US" dirty="0" err="1"/>
            <a:t>alerta</a:t>
          </a:r>
          <a:r>
            <a:rPr lang="en-US" dirty="0"/>
            <a:t> </a:t>
          </a:r>
          <a:r>
            <a:rPr lang="en-US" dirty="0" err="1"/>
            <a:t>inmediata</a:t>
          </a:r>
          <a:r>
            <a:rPr lang="en-US" dirty="0"/>
            <a:t> </a:t>
          </a:r>
          <a:r>
            <a:rPr lang="en-US" dirty="0" err="1"/>
            <a:t>sobre</a:t>
          </a:r>
          <a:r>
            <a:rPr lang="en-US" dirty="0"/>
            <a:t> </a:t>
          </a:r>
          <a:r>
            <a:rPr lang="en-US" dirty="0" err="1"/>
            <a:t>el</a:t>
          </a:r>
          <a:r>
            <a:rPr lang="en-US" dirty="0"/>
            <a:t> </a:t>
          </a:r>
          <a:r>
            <a:rPr lang="en-US" dirty="0" err="1"/>
            <a:t>estado</a:t>
          </a:r>
          <a:r>
            <a:rPr lang="en-US" dirty="0"/>
            <a:t> de </a:t>
          </a:r>
          <a:r>
            <a:rPr lang="en-US" dirty="0" err="1"/>
            <a:t>tu</a:t>
          </a:r>
          <a:r>
            <a:rPr lang="en-US" dirty="0"/>
            <a:t> </a:t>
          </a:r>
          <a:r>
            <a:rPr lang="en-US" dirty="0" err="1"/>
            <a:t>infraestructura</a:t>
          </a:r>
          <a:endParaRPr lang="en-US" dirty="0"/>
        </a:p>
      </dgm:t>
    </dgm:pt>
    <dgm:pt modelId="{B3D29F92-EE5B-4B90-9590-64B114C67F6C}" type="parTrans" cxnId="{DC043684-BD05-452A-943A-016E09E6ACFD}">
      <dgm:prSet/>
      <dgm:spPr/>
      <dgm:t>
        <a:bodyPr/>
        <a:lstStyle/>
        <a:p>
          <a:endParaRPr lang="en-US"/>
        </a:p>
      </dgm:t>
    </dgm:pt>
    <dgm:pt modelId="{BF5EA4B7-4156-483B-8229-786EE738B02E}" type="sibTrans" cxnId="{DC043684-BD05-452A-943A-016E09E6ACFD}">
      <dgm:prSet/>
      <dgm:spPr/>
      <dgm:t>
        <a:bodyPr/>
        <a:lstStyle/>
        <a:p>
          <a:endParaRPr lang="en-US"/>
        </a:p>
      </dgm:t>
    </dgm:pt>
    <dgm:pt modelId="{CFCBC9CE-76AD-44F4-8EB1-9062286ED784}">
      <dgm:prSet phldrT="[Texto]"/>
      <dgm:spPr/>
      <dgm:t>
        <a:bodyPr/>
        <a:lstStyle/>
        <a:p>
          <a:r>
            <a:rPr lang="en-US" dirty="0" err="1"/>
            <a:t>Integración</a:t>
          </a:r>
          <a:r>
            <a:rPr lang="en-US" dirty="0"/>
            <a:t> via webhooks, Slack etc..</a:t>
          </a:r>
        </a:p>
      </dgm:t>
    </dgm:pt>
    <dgm:pt modelId="{6E685B75-80CC-44F9-A3F6-060D21030D0F}" type="parTrans" cxnId="{0894FCA9-1FBC-4F8F-8A1B-6D5106794A8D}">
      <dgm:prSet/>
      <dgm:spPr/>
      <dgm:t>
        <a:bodyPr/>
        <a:lstStyle/>
        <a:p>
          <a:endParaRPr lang="en-US"/>
        </a:p>
      </dgm:t>
    </dgm:pt>
    <dgm:pt modelId="{55D2C4A4-52C6-4277-9D92-DC3EE6D18F0F}" type="sibTrans" cxnId="{0894FCA9-1FBC-4F8F-8A1B-6D5106794A8D}">
      <dgm:prSet/>
      <dgm:spPr/>
      <dgm:t>
        <a:bodyPr/>
        <a:lstStyle/>
        <a:p>
          <a:endParaRPr lang="en-US"/>
        </a:p>
      </dgm:t>
    </dgm:pt>
    <dgm:pt modelId="{13E9B002-D18F-4577-BC68-019FC381DC14}">
      <dgm:prSet phldrT="[Texto]"/>
      <dgm:spPr/>
      <dgm:t>
        <a:bodyPr/>
        <a:lstStyle/>
        <a:p>
          <a:r>
            <a:rPr lang="en-US" dirty="0" err="1"/>
            <a:t>Alertas</a:t>
          </a:r>
          <a:r>
            <a:rPr lang="en-US" dirty="0"/>
            <a:t> </a:t>
          </a:r>
          <a:r>
            <a:rPr lang="en-US" dirty="0" err="1"/>
            <a:t>inteligentes</a:t>
          </a:r>
          <a:endParaRPr lang="en-US" dirty="0"/>
        </a:p>
      </dgm:t>
    </dgm:pt>
    <dgm:pt modelId="{F0CCF793-55B9-43F9-8532-57999C12566F}" type="parTrans" cxnId="{7C4E3282-2299-449B-8992-DD9B89019878}">
      <dgm:prSet/>
      <dgm:spPr/>
      <dgm:t>
        <a:bodyPr/>
        <a:lstStyle/>
        <a:p>
          <a:endParaRPr lang="en-US"/>
        </a:p>
      </dgm:t>
    </dgm:pt>
    <dgm:pt modelId="{AABA2150-A5A5-4B58-9716-ACE56A80372C}" type="sibTrans" cxnId="{7C4E3282-2299-449B-8992-DD9B89019878}">
      <dgm:prSet/>
      <dgm:spPr/>
      <dgm:t>
        <a:bodyPr/>
        <a:lstStyle/>
        <a:p>
          <a:endParaRPr lang="en-US"/>
        </a:p>
      </dgm:t>
    </dgm:pt>
    <dgm:pt modelId="{54DB4D42-4020-4306-8612-AF793A6320BB}">
      <dgm:prSet phldrT="[Texto]"/>
      <dgm:spPr/>
      <dgm:t>
        <a:bodyPr/>
        <a:lstStyle/>
        <a:p>
          <a:r>
            <a:rPr lang="en-US" dirty="0" err="1"/>
            <a:t>Monitorización</a:t>
          </a:r>
          <a:r>
            <a:rPr lang="en-US" dirty="0"/>
            <a:t> para </a:t>
          </a:r>
          <a:r>
            <a:rPr lang="en-US" dirty="0" err="1"/>
            <a:t>detectar</a:t>
          </a:r>
          <a:r>
            <a:rPr lang="en-US" dirty="0"/>
            <a:t> </a:t>
          </a:r>
          <a:r>
            <a:rPr lang="en-US" dirty="0" err="1"/>
            <a:t>casos</a:t>
          </a:r>
          <a:r>
            <a:rPr lang="en-US" dirty="0"/>
            <a:t> de </a:t>
          </a:r>
          <a:r>
            <a:rPr lang="en-US" dirty="0" err="1"/>
            <a:t>uso</a:t>
          </a:r>
          <a:r>
            <a:rPr lang="en-US" dirty="0"/>
            <a:t> </a:t>
          </a:r>
          <a:r>
            <a:rPr lang="en-US" dirty="0" err="1"/>
            <a:t>como</a:t>
          </a:r>
          <a:r>
            <a:rPr lang="en-US" dirty="0"/>
            <a:t> “</a:t>
          </a:r>
          <a:r>
            <a:rPr lang="en-US" i="1" dirty="0"/>
            <a:t>¿</a:t>
          </a:r>
          <a:r>
            <a:rPr lang="en-US" i="1" dirty="0" err="1"/>
            <a:t>han</a:t>
          </a:r>
          <a:r>
            <a:rPr lang="en-US" i="1" dirty="0"/>
            <a:t> </a:t>
          </a:r>
          <a:r>
            <a:rPr lang="en-US" i="1" dirty="0" err="1"/>
            <a:t>entrado</a:t>
          </a:r>
          <a:r>
            <a:rPr lang="en-US" i="1" dirty="0"/>
            <a:t> </a:t>
          </a:r>
          <a:r>
            <a:rPr lang="en-US" i="1" dirty="0" err="1"/>
            <a:t>menos</a:t>
          </a:r>
          <a:r>
            <a:rPr lang="en-US" i="1" dirty="0"/>
            <a:t> </a:t>
          </a:r>
          <a:r>
            <a:rPr lang="en-US" i="1" dirty="0" err="1"/>
            <a:t>pedidos</a:t>
          </a:r>
          <a:r>
            <a:rPr lang="en-US" i="1" dirty="0"/>
            <a:t> </a:t>
          </a:r>
          <a:r>
            <a:rPr lang="en-US" i="1" dirty="0" err="1"/>
            <a:t>en</a:t>
          </a:r>
          <a:r>
            <a:rPr lang="en-US" i="1" dirty="0"/>
            <a:t> </a:t>
          </a:r>
          <a:r>
            <a:rPr lang="en-US" i="1" dirty="0" err="1"/>
            <a:t>tu</a:t>
          </a:r>
          <a:r>
            <a:rPr lang="en-US" i="1" dirty="0"/>
            <a:t> e-commerce?</a:t>
          </a:r>
          <a:r>
            <a:rPr lang="en-US" dirty="0"/>
            <a:t>”</a:t>
          </a:r>
        </a:p>
      </dgm:t>
    </dgm:pt>
    <dgm:pt modelId="{A1BB9F48-C442-4E5E-AEB9-99A04B4AB700}" type="parTrans" cxnId="{C5A704E3-231E-4B0D-B66C-8EAF2F905B72}">
      <dgm:prSet/>
      <dgm:spPr/>
      <dgm:t>
        <a:bodyPr/>
        <a:lstStyle/>
        <a:p>
          <a:endParaRPr lang="en-US"/>
        </a:p>
      </dgm:t>
    </dgm:pt>
    <dgm:pt modelId="{EF6782D3-6F05-4234-8599-6A5479B238E5}" type="sibTrans" cxnId="{C5A704E3-231E-4B0D-B66C-8EAF2F905B72}">
      <dgm:prSet/>
      <dgm:spPr/>
      <dgm:t>
        <a:bodyPr/>
        <a:lstStyle/>
        <a:p>
          <a:endParaRPr lang="en-US"/>
        </a:p>
      </dgm:t>
    </dgm:pt>
    <dgm:pt modelId="{CB0B0F67-25D0-409B-BA49-3A9B66219BD3}">
      <dgm:prSet phldrT="[Texto]"/>
      <dgm:spPr/>
      <dgm:t>
        <a:bodyPr/>
        <a:lstStyle/>
        <a:p>
          <a:r>
            <a:rPr lang="en-US" dirty="0" err="1"/>
            <a:t>Alertas</a:t>
          </a:r>
          <a:r>
            <a:rPr lang="en-US" dirty="0"/>
            <a:t> </a:t>
          </a:r>
          <a:r>
            <a:rPr lang="en-US" dirty="0" err="1"/>
            <a:t>inteligentes</a:t>
          </a:r>
          <a:r>
            <a:rPr lang="en-US" dirty="0"/>
            <a:t> y </a:t>
          </a:r>
          <a:r>
            <a:rPr lang="en-US" dirty="0" err="1"/>
            <a:t>adaptables</a:t>
          </a:r>
          <a:endParaRPr lang="en-US" dirty="0"/>
        </a:p>
      </dgm:t>
    </dgm:pt>
    <dgm:pt modelId="{877327FD-BB03-4449-901A-528D8E856FE6}" type="parTrans" cxnId="{1E1D93F2-0E43-4DFD-8C35-58CA1C05D937}">
      <dgm:prSet/>
      <dgm:spPr/>
      <dgm:t>
        <a:bodyPr/>
        <a:lstStyle/>
        <a:p>
          <a:endParaRPr lang="en-US"/>
        </a:p>
      </dgm:t>
    </dgm:pt>
    <dgm:pt modelId="{1C40F7C1-1289-4C0F-B804-0EB7F19C6208}" type="sibTrans" cxnId="{1E1D93F2-0E43-4DFD-8C35-58CA1C05D937}">
      <dgm:prSet/>
      <dgm:spPr/>
      <dgm:t>
        <a:bodyPr/>
        <a:lstStyle/>
        <a:p>
          <a:endParaRPr lang="en-US"/>
        </a:p>
      </dgm:t>
    </dgm:pt>
    <dgm:pt modelId="{7CB689FB-3FA8-47AE-9756-7B3E948DFBBE}">
      <dgm:prSet phldrT="[Texto]"/>
      <dgm:spPr/>
      <dgm:t>
        <a:bodyPr/>
        <a:lstStyle/>
        <a:p>
          <a:r>
            <a:rPr lang="en-US" dirty="0" err="1"/>
            <a:t>Alertas</a:t>
          </a:r>
          <a:r>
            <a:rPr lang="en-US" dirty="0"/>
            <a:t> </a:t>
          </a:r>
          <a:r>
            <a:rPr lang="en-US" dirty="0" err="1"/>
            <a:t>adaptables</a:t>
          </a:r>
          <a:r>
            <a:rPr lang="en-US" dirty="0"/>
            <a:t> a </a:t>
          </a:r>
          <a:r>
            <a:rPr lang="en-US" dirty="0" err="1"/>
            <a:t>cualquier</a:t>
          </a:r>
          <a:r>
            <a:rPr lang="en-US" dirty="0"/>
            <a:t> </a:t>
          </a:r>
          <a:r>
            <a:rPr lang="en-US" dirty="0" err="1"/>
            <a:t>caso</a:t>
          </a:r>
          <a:r>
            <a:rPr lang="en-US" dirty="0"/>
            <a:t> de </a:t>
          </a:r>
          <a:r>
            <a:rPr lang="en-US" dirty="0" err="1"/>
            <a:t>uso</a:t>
          </a:r>
          <a:endParaRPr lang="en-US" dirty="0"/>
        </a:p>
      </dgm:t>
    </dgm:pt>
    <dgm:pt modelId="{3BF47DB5-B940-4497-AD85-E3D8C69BB42D}" type="parTrans" cxnId="{921707F4-0705-447B-A5F1-0AE0E67DE8C1}">
      <dgm:prSet/>
      <dgm:spPr/>
      <dgm:t>
        <a:bodyPr/>
        <a:lstStyle/>
        <a:p>
          <a:endParaRPr lang="en-US"/>
        </a:p>
      </dgm:t>
    </dgm:pt>
    <dgm:pt modelId="{05548115-7C3A-4424-97DA-992F3CF55810}" type="sibTrans" cxnId="{921707F4-0705-447B-A5F1-0AE0E67DE8C1}">
      <dgm:prSet/>
      <dgm:spPr/>
      <dgm:t>
        <a:bodyPr/>
        <a:lstStyle/>
        <a:p>
          <a:endParaRPr lang="en-US"/>
        </a:p>
      </dgm:t>
    </dgm:pt>
    <dgm:pt modelId="{A713892C-2B21-4EC0-8A9E-E67CAE501C09}" type="pres">
      <dgm:prSet presAssocID="{5005800C-8D86-41B8-83AD-CDF8D506BF1D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79335F7C-8156-468E-A858-926A5154539D}" type="pres">
      <dgm:prSet presAssocID="{42767BA8-CB88-4820-B02D-0B067B18B3C4}" presName="circle1" presStyleLbl="node1" presStyleIdx="0" presStyleCnt="3"/>
      <dgm:spPr/>
    </dgm:pt>
    <dgm:pt modelId="{9AB43B8B-E73E-4C99-BAC1-65809408F47A}" type="pres">
      <dgm:prSet presAssocID="{42767BA8-CB88-4820-B02D-0B067B18B3C4}" presName="space" presStyleCnt="0"/>
      <dgm:spPr/>
    </dgm:pt>
    <dgm:pt modelId="{0C744327-6AA8-4058-84C6-A3E5FF9DDB22}" type="pres">
      <dgm:prSet presAssocID="{42767BA8-CB88-4820-B02D-0B067B18B3C4}" presName="rect1" presStyleLbl="alignAcc1" presStyleIdx="0" presStyleCnt="3"/>
      <dgm:spPr/>
    </dgm:pt>
    <dgm:pt modelId="{C5CB55DC-2781-45FD-A287-00B6C50FFFA3}" type="pres">
      <dgm:prSet presAssocID="{1875AE15-8885-42FB-9DBC-BFCAD075DBC8}" presName="vertSpace2" presStyleLbl="node1" presStyleIdx="0" presStyleCnt="3"/>
      <dgm:spPr/>
    </dgm:pt>
    <dgm:pt modelId="{4953CA33-A55A-48B2-BE57-4F4FEA49FA82}" type="pres">
      <dgm:prSet presAssocID="{1875AE15-8885-42FB-9DBC-BFCAD075DBC8}" presName="circle2" presStyleLbl="node1" presStyleIdx="1" presStyleCnt="3"/>
      <dgm:spPr/>
    </dgm:pt>
    <dgm:pt modelId="{FB8CD3EA-F4B9-40E8-AA9A-259FAE8315D6}" type="pres">
      <dgm:prSet presAssocID="{1875AE15-8885-42FB-9DBC-BFCAD075DBC8}" presName="rect2" presStyleLbl="alignAcc1" presStyleIdx="1" presStyleCnt="3"/>
      <dgm:spPr/>
    </dgm:pt>
    <dgm:pt modelId="{6F71883C-DB20-4BFF-9D28-A6C0BC700D4B}" type="pres">
      <dgm:prSet presAssocID="{13E9B002-D18F-4577-BC68-019FC381DC14}" presName="vertSpace3" presStyleLbl="node1" presStyleIdx="1" presStyleCnt="3"/>
      <dgm:spPr/>
    </dgm:pt>
    <dgm:pt modelId="{A34EF0DE-DC9B-4259-984C-3E32FDA9EE44}" type="pres">
      <dgm:prSet presAssocID="{13E9B002-D18F-4577-BC68-019FC381DC14}" presName="circle3" presStyleLbl="node1" presStyleIdx="2" presStyleCnt="3"/>
      <dgm:spPr/>
    </dgm:pt>
    <dgm:pt modelId="{BCC39384-86B2-42CD-AEC2-5D52CE6820EC}" type="pres">
      <dgm:prSet presAssocID="{13E9B002-D18F-4577-BC68-019FC381DC14}" presName="rect3" presStyleLbl="alignAcc1" presStyleIdx="2" presStyleCnt="3"/>
      <dgm:spPr/>
    </dgm:pt>
    <dgm:pt modelId="{33C6B22C-6967-4BDA-8E12-564EBECE3472}" type="pres">
      <dgm:prSet presAssocID="{42767BA8-CB88-4820-B02D-0B067B18B3C4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E5EE8479-C081-4222-B62F-32BE80E00D8B}" type="pres">
      <dgm:prSet presAssocID="{42767BA8-CB88-4820-B02D-0B067B18B3C4}" presName="rect1ChTx" presStyleLbl="alignAcc1" presStyleIdx="2" presStyleCnt="3">
        <dgm:presLayoutVars>
          <dgm:bulletEnabled val="1"/>
        </dgm:presLayoutVars>
      </dgm:prSet>
      <dgm:spPr/>
    </dgm:pt>
    <dgm:pt modelId="{D3C10588-8312-4A60-BA57-0493E6288BB4}" type="pres">
      <dgm:prSet presAssocID="{1875AE15-8885-42FB-9DBC-BFCAD075DBC8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C51725F7-4692-4A3C-A776-BEF59DFEFE72}" type="pres">
      <dgm:prSet presAssocID="{1875AE15-8885-42FB-9DBC-BFCAD075DBC8}" presName="rect2ChTx" presStyleLbl="alignAcc1" presStyleIdx="2" presStyleCnt="3">
        <dgm:presLayoutVars>
          <dgm:bulletEnabled val="1"/>
        </dgm:presLayoutVars>
      </dgm:prSet>
      <dgm:spPr/>
    </dgm:pt>
    <dgm:pt modelId="{0FF72CAB-4B19-44AC-A479-6CFFF4BA867D}" type="pres">
      <dgm:prSet presAssocID="{13E9B002-D18F-4577-BC68-019FC381DC14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15E3C834-C85E-4E9C-AB1F-0F438DCA60C1}" type="pres">
      <dgm:prSet presAssocID="{13E9B002-D18F-4577-BC68-019FC381DC14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766AAE0C-63A3-4D3F-B6C3-B6810F609E4C}" type="presOf" srcId="{C768F917-DA5F-40B1-A5EF-0786841951D2}" destId="{E5EE8479-C081-4222-B62F-32BE80E00D8B}" srcOrd="0" destOrd="0" presId="urn:microsoft.com/office/officeart/2005/8/layout/target3"/>
    <dgm:cxn modelId="{7750B715-2584-4418-BDD9-07A49CEA430F}" type="presOf" srcId="{42767BA8-CB88-4820-B02D-0B067B18B3C4}" destId="{0C744327-6AA8-4058-84C6-A3E5FF9DDB22}" srcOrd="0" destOrd="0" presId="urn:microsoft.com/office/officeart/2005/8/layout/target3"/>
    <dgm:cxn modelId="{D78D7319-A1D3-48DB-A9CA-D09CBCDCA262}" type="presOf" srcId="{42767BA8-CB88-4820-B02D-0B067B18B3C4}" destId="{33C6B22C-6967-4BDA-8E12-564EBECE3472}" srcOrd="1" destOrd="0" presId="urn:microsoft.com/office/officeart/2005/8/layout/target3"/>
    <dgm:cxn modelId="{67053B26-8AED-4C53-B5EA-8E77FAF73D3F}" srcId="{5005800C-8D86-41B8-83AD-CDF8D506BF1D}" destId="{1875AE15-8885-42FB-9DBC-BFCAD075DBC8}" srcOrd="1" destOrd="0" parTransId="{6D07ECD4-589D-40AB-9B94-76D06A46D412}" sibTransId="{5A8DF9B9-9FBB-41FB-B4A9-B1F975848F91}"/>
    <dgm:cxn modelId="{20A51858-7D88-4528-A896-FCEF8BA4468F}" type="presOf" srcId="{54DB4D42-4020-4306-8612-AF793A6320BB}" destId="{15E3C834-C85E-4E9C-AB1F-0F438DCA60C1}" srcOrd="0" destOrd="1" presId="urn:microsoft.com/office/officeart/2005/8/layout/target3"/>
    <dgm:cxn modelId="{D7E7187E-B7BE-48B7-89A9-1742A9F7FBDA}" type="presOf" srcId="{CFCBC9CE-76AD-44F4-8EB1-9062286ED784}" destId="{C51725F7-4692-4A3C-A776-BEF59DFEFE72}" srcOrd="0" destOrd="1" presId="urn:microsoft.com/office/officeart/2005/8/layout/target3"/>
    <dgm:cxn modelId="{7C4E3282-2299-449B-8992-DD9B89019878}" srcId="{5005800C-8D86-41B8-83AD-CDF8D506BF1D}" destId="{13E9B002-D18F-4577-BC68-019FC381DC14}" srcOrd="2" destOrd="0" parTransId="{F0CCF793-55B9-43F9-8532-57999C12566F}" sibTransId="{AABA2150-A5A5-4B58-9716-ACE56A80372C}"/>
    <dgm:cxn modelId="{DC043684-BD05-452A-943A-016E09E6ACFD}" srcId="{1875AE15-8885-42FB-9DBC-BFCAD075DBC8}" destId="{E7E608D8-B13D-4FD6-8346-6FEAEDD131C9}" srcOrd="0" destOrd="0" parTransId="{B3D29F92-EE5B-4B90-9590-64B114C67F6C}" sibTransId="{BF5EA4B7-4156-483B-8229-786EE738B02E}"/>
    <dgm:cxn modelId="{C0DE798B-2D05-4CB2-B537-5CCFBC973E7A}" type="presOf" srcId="{13E9B002-D18F-4577-BC68-019FC381DC14}" destId="{0FF72CAB-4B19-44AC-A479-6CFFF4BA867D}" srcOrd="1" destOrd="0" presId="urn:microsoft.com/office/officeart/2005/8/layout/target3"/>
    <dgm:cxn modelId="{89A01498-F081-4965-8F93-05BBAB1AA34B}" srcId="{42767BA8-CB88-4820-B02D-0B067B18B3C4}" destId="{40D0D2F9-39C8-493D-87DA-65043B815505}" srcOrd="2" destOrd="0" parTransId="{A7597287-FB03-471D-AF10-477B0055B40C}" sibTransId="{45A68140-2745-40C6-A6FF-83F611475F90}"/>
    <dgm:cxn modelId="{776FE29C-E1E1-4C2C-9252-4362CA897FE8}" type="presOf" srcId="{40D0D2F9-39C8-493D-87DA-65043B815505}" destId="{E5EE8479-C081-4222-B62F-32BE80E00D8B}" srcOrd="0" destOrd="2" presId="urn:microsoft.com/office/officeart/2005/8/layout/target3"/>
    <dgm:cxn modelId="{CF51CD9F-E425-4C5D-938E-17837C85A427}" type="presOf" srcId="{E7E608D8-B13D-4FD6-8346-6FEAEDD131C9}" destId="{C51725F7-4692-4A3C-A776-BEF59DFEFE72}" srcOrd="0" destOrd="0" presId="urn:microsoft.com/office/officeart/2005/8/layout/target3"/>
    <dgm:cxn modelId="{EBC210A0-CBD8-42FC-B41D-C7D789B490A9}" type="presOf" srcId="{1875AE15-8885-42FB-9DBC-BFCAD075DBC8}" destId="{FB8CD3EA-F4B9-40E8-AA9A-259FAE8315D6}" srcOrd="0" destOrd="0" presId="urn:microsoft.com/office/officeart/2005/8/layout/target3"/>
    <dgm:cxn modelId="{0894FCA9-1FBC-4F8F-8A1B-6D5106794A8D}" srcId="{1875AE15-8885-42FB-9DBC-BFCAD075DBC8}" destId="{CFCBC9CE-76AD-44F4-8EB1-9062286ED784}" srcOrd="1" destOrd="0" parTransId="{6E685B75-80CC-44F9-A3F6-060D21030D0F}" sibTransId="{55D2C4A4-52C6-4277-9D92-DC3EE6D18F0F}"/>
    <dgm:cxn modelId="{93554DAA-2238-4363-AA0D-F62CA0AC8D68}" type="presOf" srcId="{1875AE15-8885-42FB-9DBC-BFCAD075DBC8}" destId="{D3C10588-8312-4A60-BA57-0493E6288BB4}" srcOrd="1" destOrd="0" presId="urn:microsoft.com/office/officeart/2005/8/layout/target3"/>
    <dgm:cxn modelId="{455E0EB7-0090-40C4-86B2-3F777FD97961}" type="presOf" srcId="{13E9B002-D18F-4577-BC68-019FC381DC14}" destId="{BCC39384-86B2-42CD-AEC2-5D52CE6820EC}" srcOrd="0" destOrd="0" presId="urn:microsoft.com/office/officeart/2005/8/layout/target3"/>
    <dgm:cxn modelId="{6690FACA-54BB-40A6-BF55-3FB6F11D51DE}" type="presOf" srcId="{5005800C-8D86-41B8-83AD-CDF8D506BF1D}" destId="{A713892C-2B21-4EC0-8A9E-E67CAE501C09}" srcOrd="0" destOrd="0" presId="urn:microsoft.com/office/officeart/2005/8/layout/target3"/>
    <dgm:cxn modelId="{1AF64EDC-6EBE-401A-8164-1855C1BB74F2}" type="presOf" srcId="{7CB689FB-3FA8-47AE-9756-7B3E948DFBBE}" destId="{15E3C834-C85E-4E9C-AB1F-0F438DCA60C1}" srcOrd="0" destOrd="0" presId="urn:microsoft.com/office/officeart/2005/8/layout/target3"/>
    <dgm:cxn modelId="{C5A704E3-231E-4B0D-B66C-8EAF2F905B72}" srcId="{13E9B002-D18F-4577-BC68-019FC381DC14}" destId="{54DB4D42-4020-4306-8612-AF793A6320BB}" srcOrd="1" destOrd="0" parTransId="{A1BB9F48-C442-4E5E-AEB9-99A04B4AB700}" sibTransId="{EF6782D3-6F05-4234-8599-6A5479B238E5}"/>
    <dgm:cxn modelId="{C84626E3-2759-4D56-B581-F0B26168A589}" srcId="{5005800C-8D86-41B8-83AD-CDF8D506BF1D}" destId="{42767BA8-CB88-4820-B02D-0B067B18B3C4}" srcOrd="0" destOrd="0" parTransId="{A29A7513-22AA-461D-9590-59D3A7D1100D}" sibTransId="{E8E5B5CC-06FE-4D48-89F6-397EEED555D2}"/>
    <dgm:cxn modelId="{1E1D93F2-0E43-4DFD-8C35-58CA1C05D937}" srcId="{42767BA8-CB88-4820-B02D-0B067B18B3C4}" destId="{CB0B0F67-25D0-409B-BA49-3A9B66219BD3}" srcOrd="1" destOrd="0" parTransId="{877327FD-BB03-4449-901A-528D8E856FE6}" sibTransId="{1C40F7C1-1289-4C0F-B804-0EB7F19C6208}"/>
    <dgm:cxn modelId="{921707F4-0705-447B-A5F1-0AE0E67DE8C1}" srcId="{13E9B002-D18F-4577-BC68-019FC381DC14}" destId="{7CB689FB-3FA8-47AE-9756-7B3E948DFBBE}" srcOrd="0" destOrd="0" parTransId="{3BF47DB5-B940-4497-AD85-E3D8C69BB42D}" sibTransId="{05548115-7C3A-4424-97DA-992F3CF55810}"/>
    <dgm:cxn modelId="{06DAEBF7-4D10-445A-B2C3-E4E6F534FC57}" srcId="{42767BA8-CB88-4820-B02D-0B067B18B3C4}" destId="{C768F917-DA5F-40B1-A5EF-0786841951D2}" srcOrd="0" destOrd="0" parTransId="{96789D46-B211-4C2E-B081-5382FB31B66D}" sibTransId="{456AD681-262F-4AA3-AAE9-E2FA3224354A}"/>
    <dgm:cxn modelId="{98F5DCF9-C950-4B18-B945-F98B95CDB3B1}" type="presOf" srcId="{CB0B0F67-25D0-409B-BA49-3A9B66219BD3}" destId="{E5EE8479-C081-4222-B62F-32BE80E00D8B}" srcOrd="0" destOrd="1" presId="urn:microsoft.com/office/officeart/2005/8/layout/target3"/>
    <dgm:cxn modelId="{A4B79829-6DC4-475C-B6EE-1D446948E603}" type="presParOf" srcId="{A713892C-2B21-4EC0-8A9E-E67CAE501C09}" destId="{79335F7C-8156-468E-A858-926A5154539D}" srcOrd="0" destOrd="0" presId="urn:microsoft.com/office/officeart/2005/8/layout/target3"/>
    <dgm:cxn modelId="{D54D837D-B0D8-4F0F-B03E-FA19C2302342}" type="presParOf" srcId="{A713892C-2B21-4EC0-8A9E-E67CAE501C09}" destId="{9AB43B8B-E73E-4C99-BAC1-65809408F47A}" srcOrd="1" destOrd="0" presId="urn:microsoft.com/office/officeart/2005/8/layout/target3"/>
    <dgm:cxn modelId="{565E0BF1-3649-4DAE-8FBC-A6202ADFA546}" type="presParOf" srcId="{A713892C-2B21-4EC0-8A9E-E67CAE501C09}" destId="{0C744327-6AA8-4058-84C6-A3E5FF9DDB22}" srcOrd="2" destOrd="0" presId="urn:microsoft.com/office/officeart/2005/8/layout/target3"/>
    <dgm:cxn modelId="{809E43B5-A739-4E28-8EBC-F6968FE92ABC}" type="presParOf" srcId="{A713892C-2B21-4EC0-8A9E-E67CAE501C09}" destId="{C5CB55DC-2781-45FD-A287-00B6C50FFFA3}" srcOrd="3" destOrd="0" presId="urn:microsoft.com/office/officeart/2005/8/layout/target3"/>
    <dgm:cxn modelId="{0AAF4F07-DB51-4CCB-AA66-2B5B49C13145}" type="presParOf" srcId="{A713892C-2B21-4EC0-8A9E-E67CAE501C09}" destId="{4953CA33-A55A-48B2-BE57-4F4FEA49FA82}" srcOrd="4" destOrd="0" presId="urn:microsoft.com/office/officeart/2005/8/layout/target3"/>
    <dgm:cxn modelId="{44991CD1-5819-46B9-A23E-10E6AA5D70B2}" type="presParOf" srcId="{A713892C-2B21-4EC0-8A9E-E67CAE501C09}" destId="{FB8CD3EA-F4B9-40E8-AA9A-259FAE8315D6}" srcOrd="5" destOrd="0" presId="urn:microsoft.com/office/officeart/2005/8/layout/target3"/>
    <dgm:cxn modelId="{CBA06BC9-A77D-4687-9E1A-F334F047E482}" type="presParOf" srcId="{A713892C-2B21-4EC0-8A9E-E67CAE501C09}" destId="{6F71883C-DB20-4BFF-9D28-A6C0BC700D4B}" srcOrd="6" destOrd="0" presId="urn:microsoft.com/office/officeart/2005/8/layout/target3"/>
    <dgm:cxn modelId="{859CE96F-87F3-4E0F-9012-183716A79B73}" type="presParOf" srcId="{A713892C-2B21-4EC0-8A9E-E67CAE501C09}" destId="{A34EF0DE-DC9B-4259-984C-3E32FDA9EE44}" srcOrd="7" destOrd="0" presId="urn:microsoft.com/office/officeart/2005/8/layout/target3"/>
    <dgm:cxn modelId="{E2331F17-ACE7-4C63-8EF0-5A12CF8DED6D}" type="presParOf" srcId="{A713892C-2B21-4EC0-8A9E-E67CAE501C09}" destId="{BCC39384-86B2-42CD-AEC2-5D52CE6820EC}" srcOrd="8" destOrd="0" presId="urn:microsoft.com/office/officeart/2005/8/layout/target3"/>
    <dgm:cxn modelId="{35EF2B23-1881-4E15-9867-ABFEB66F1D08}" type="presParOf" srcId="{A713892C-2B21-4EC0-8A9E-E67CAE501C09}" destId="{33C6B22C-6967-4BDA-8E12-564EBECE3472}" srcOrd="9" destOrd="0" presId="urn:microsoft.com/office/officeart/2005/8/layout/target3"/>
    <dgm:cxn modelId="{F1876C27-DB22-4051-8705-74605EA159B6}" type="presParOf" srcId="{A713892C-2B21-4EC0-8A9E-E67CAE501C09}" destId="{E5EE8479-C081-4222-B62F-32BE80E00D8B}" srcOrd="10" destOrd="0" presId="urn:microsoft.com/office/officeart/2005/8/layout/target3"/>
    <dgm:cxn modelId="{D50ACF25-6575-4E68-831B-B07C8287B2B6}" type="presParOf" srcId="{A713892C-2B21-4EC0-8A9E-E67CAE501C09}" destId="{D3C10588-8312-4A60-BA57-0493E6288BB4}" srcOrd="11" destOrd="0" presId="urn:microsoft.com/office/officeart/2005/8/layout/target3"/>
    <dgm:cxn modelId="{13766432-309A-439D-97F4-D2F01CE726F3}" type="presParOf" srcId="{A713892C-2B21-4EC0-8A9E-E67CAE501C09}" destId="{C51725F7-4692-4A3C-A776-BEF59DFEFE72}" srcOrd="12" destOrd="0" presId="urn:microsoft.com/office/officeart/2005/8/layout/target3"/>
    <dgm:cxn modelId="{8D90D0DA-A61D-4468-8F4C-002413177114}" type="presParOf" srcId="{A713892C-2B21-4EC0-8A9E-E67CAE501C09}" destId="{0FF72CAB-4B19-44AC-A479-6CFFF4BA867D}" srcOrd="13" destOrd="0" presId="urn:microsoft.com/office/officeart/2005/8/layout/target3"/>
    <dgm:cxn modelId="{F9046411-179D-4019-8333-3A812E61EED4}" type="presParOf" srcId="{A713892C-2B21-4EC0-8A9E-E67CAE501C09}" destId="{15E3C834-C85E-4E9C-AB1F-0F438DCA60C1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2F8ACFF-80FC-466F-A58B-CDC73C93AB42}" type="doc">
      <dgm:prSet loTypeId="urn:microsoft.com/office/officeart/2005/8/layout/hierarchy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7B4CC8C-5DF0-4AAD-8487-254470029D0E}">
      <dgm:prSet phldrT="[Texto]"/>
      <dgm:spPr/>
      <dgm:t>
        <a:bodyPr/>
        <a:lstStyle/>
        <a:p>
          <a:r>
            <a:rPr lang="en-US" dirty="0"/>
            <a:t>Backup </a:t>
          </a:r>
          <a:r>
            <a:rPr lang="en-US" dirty="0" err="1"/>
            <a:t>inteligente</a:t>
          </a:r>
          <a:endParaRPr lang="en-US" dirty="0"/>
        </a:p>
      </dgm:t>
    </dgm:pt>
    <dgm:pt modelId="{D1EA7BBE-77E2-4F28-A473-B54B3BED6729}" type="parTrans" cxnId="{C333663F-D038-4A6C-91CC-F5406A36F5F1}">
      <dgm:prSet/>
      <dgm:spPr/>
      <dgm:t>
        <a:bodyPr/>
        <a:lstStyle/>
        <a:p>
          <a:endParaRPr lang="en-US"/>
        </a:p>
      </dgm:t>
    </dgm:pt>
    <dgm:pt modelId="{D1DF395C-9DE8-4D88-A21A-1CFF198E2A6F}" type="sibTrans" cxnId="{C333663F-D038-4A6C-91CC-F5406A36F5F1}">
      <dgm:prSet/>
      <dgm:spPr/>
      <dgm:t>
        <a:bodyPr/>
        <a:lstStyle/>
        <a:p>
          <a:endParaRPr lang="en-US"/>
        </a:p>
      </dgm:t>
    </dgm:pt>
    <dgm:pt modelId="{3B766D3C-86F6-4C14-AF6F-16097AD50161}">
      <dgm:prSet phldrT="[Texto]"/>
      <dgm:spPr/>
      <dgm:t>
        <a:bodyPr/>
        <a:lstStyle/>
        <a:p>
          <a:r>
            <a:rPr lang="en-US" dirty="0" err="1"/>
            <a:t>Copias</a:t>
          </a:r>
          <a:r>
            <a:rPr lang="en-US" dirty="0"/>
            <a:t> </a:t>
          </a:r>
          <a:r>
            <a:rPr lang="en-US" dirty="0" err="1"/>
            <a:t>sincronizadas</a:t>
          </a:r>
          <a:r>
            <a:rPr lang="en-US" dirty="0"/>
            <a:t> entre </a:t>
          </a:r>
          <a:r>
            <a:rPr lang="en-US" dirty="0" err="1"/>
            <a:t>sedes</a:t>
          </a:r>
          <a:r>
            <a:rPr lang="en-US" dirty="0"/>
            <a:t> y regiones con </a:t>
          </a:r>
          <a:r>
            <a:rPr lang="en-US" dirty="0" err="1"/>
            <a:t>aislamiento</a:t>
          </a:r>
          <a:r>
            <a:rPr lang="en-US" dirty="0"/>
            <a:t> </a:t>
          </a:r>
          <a:r>
            <a:rPr lang="en-US" dirty="0" err="1"/>
            <a:t>físico</a:t>
          </a:r>
          <a:r>
            <a:rPr lang="en-US" dirty="0"/>
            <a:t>.</a:t>
          </a:r>
        </a:p>
      </dgm:t>
    </dgm:pt>
    <dgm:pt modelId="{D45FB497-D531-46D0-91CD-ED0D7C05F732}" type="parTrans" cxnId="{A2A876AA-3A0A-4C28-BB51-31DA942A3329}">
      <dgm:prSet/>
      <dgm:spPr/>
      <dgm:t>
        <a:bodyPr/>
        <a:lstStyle/>
        <a:p>
          <a:endParaRPr lang="en-US"/>
        </a:p>
      </dgm:t>
    </dgm:pt>
    <dgm:pt modelId="{BF285553-B2AC-43A0-97F7-44C0E74EA349}" type="sibTrans" cxnId="{A2A876AA-3A0A-4C28-BB51-31DA942A3329}">
      <dgm:prSet/>
      <dgm:spPr/>
      <dgm:t>
        <a:bodyPr/>
        <a:lstStyle/>
        <a:p>
          <a:endParaRPr lang="en-US"/>
        </a:p>
      </dgm:t>
    </dgm:pt>
    <dgm:pt modelId="{07B5E7B0-A499-46ED-BFAC-23B75B305FF3}">
      <dgm:prSet phldrT="[Texto]"/>
      <dgm:spPr/>
      <dgm:t>
        <a:bodyPr/>
        <a:lstStyle/>
        <a:p>
          <a:r>
            <a:rPr lang="en-US" dirty="0"/>
            <a:t>Workflows DevOps y scripts de </a:t>
          </a:r>
          <a:r>
            <a:rPr lang="en-US" dirty="0" err="1"/>
            <a:t>recuperación</a:t>
          </a:r>
          <a:r>
            <a:rPr lang="en-US" dirty="0"/>
            <a:t> </a:t>
          </a:r>
          <a:r>
            <a:rPr lang="en-US" dirty="0" err="1"/>
            <a:t>instantánea</a:t>
          </a:r>
          <a:endParaRPr lang="en-US" dirty="0"/>
        </a:p>
      </dgm:t>
    </dgm:pt>
    <dgm:pt modelId="{D8241064-1A8C-4A2C-9B0F-95A279728A0F}" type="parTrans" cxnId="{323D7968-019E-4C37-8AA4-DE46A9265375}">
      <dgm:prSet/>
      <dgm:spPr/>
      <dgm:t>
        <a:bodyPr/>
        <a:lstStyle/>
        <a:p>
          <a:endParaRPr lang="en-US"/>
        </a:p>
      </dgm:t>
    </dgm:pt>
    <dgm:pt modelId="{109CA28C-15AA-467D-BC7C-540178F74514}" type="sibTrans" cxnId="{323D7968-019E-4C37-8AA4-DE46A9265375}">
      <dgm:prSet/>
      <dgm:spPr/>
      <dgm:t>
        <a:bodyPr/>
        <a:lstStyle/>
        <a:p>
          <a:endParaRPr lang="en-US"/>
        </a:p>
      </dgm:t>
    </dgm:pt>
    <dgm:pt modelId="{98FD4E40-BED5-4933-AB63-349ED7D25295}">
      <dgm:prSet phldrT="[Texto]"/>
      <dgm:spPr/>
      <dgm:t>
        <a:bodyPr/>
        <a:lstStyle/>
        <a:p>
          <a:r>
            <a:rPr lang="en-US" dirty="0" err="1"/>
            <a:t>Cifrado</a:t>
          </a:r>
          <a:r>
            <a:rPr lang="en-US" dirty="0"/>
            <a:t> y </a:t>
          </a:r>
          <a:r>
            <a:rPr lang="en-US" dirty="0" err="1"/>
            <a:t>soberanía</a:t>
          </a:r>
          <a:endParaRPr lang="en-US" dirty="0"/>
        </a:p>
      </dgm:t>
    </dgm:pt>
    <dgm:pt modelId="{F640FD86-623B-4E57-9BB1-B228E577405C}" type="parTrans" cxnId="{612A322B-CE74-4F0A-80B3-49265C2E85AE}">
      <dgm:prSet/>
      <dgm:spPr/>
      <dgm:t>
        <a:bodyPr/>
        <a:lstStyle/>
        <a:p>
          <a:endParaRPr lang="en-US"/>
        </a:p>
      </dgm:t>
    </dgm:pt>
    <dgm:pt modelId="{D467EC56-0092-43E7-89CA-214EC2123881}" type="sibTrans" cxnId="{612A322B-CE74-4F0A-80B3-49265C2E85AE}">
      <dgm:prSet/>
      <dgm:spPr/>
      <dgm:t>
        <a:bodyPr/>
        <a:lstStyle/>
        <a:p>
          <a:endParaRPr lang="en-US"/>
        </a:p>
      </dgm:t>
    </dgm:pt>
    <dgm:pt modelId="{3A1CF0D9-EB83-4E85-A64E-4E1B9CFD19A7}">
      <dgm:prSet phldrT="[Texto]"/>
      <dgm:spPr/>
      <dgm:t>
        <a:bodyPr/>
        <a:lstStyle/>
        <a:p>
          <a:r>
            <a:rPr lang="en-US" dirty="0"/>
            <a:t>Tests </a:t>
          </a:r>
          <a:r>
            <a:rPr lang="en-US" dirty="0" err="1"/>
            <a:t>automaticos</a:t>
          </a:r>
          <a:r>
            <a:rPr lang="en-US" dirty="0"/>
            <a:t> de </a:t>
          </a:r>
          <a:r>
            <a:rPr lang="en-US" dirty="0" err="1"/>
            <a:t>recuperación</a:t>
          </a:r>
          <a:r>
            <a:rPr lang="en-US" dirty="0"/>
            <a:t> para </a:t>
          </a:r>
          <a:r>
            <a:rPr lang="en-US" dirty="0" err="1"/>
            <a:t>cada</a:t>
          </a:r>
          <a:r>
            <a:rPr lang="en-US" dirty="0"/>
            <a:t> </a:t>
          </a:r>
          <a:r>
            <a:rPr lang="en-US" dirty="0" err="1"/>
            <a:t>copia</a:t>
          </a:r>
          <a:endParaRPr lang="en-US" dirty="0"/>
        </a:p>
      </dgm:t>
    </dgm:pt>
    <dgm:pt modelId="{0851C6C4-C800-4873-ABAD-FD3B28B5139C}" type="parTrans" cxnId="{5F1D4C99-3ACC-417B-911C-6F6C517B1DAD}">
      <dgm:prSet/>
      <dgm:spPr/>
      <dgm:t>
        <a:bodyPr/>
        <a:lstStyle/>
        <a:p>
          <a:endParaRPr lang="en-US"/>
        </a:p>
      </dgm:t>
    </dgm:pt>
    <dgm:pt modelId="{28A49294-3F50-4AB9-A03B-015B7C2829C2}" type="sibTrans" cxnId="{5F1D4C99-3ACC-417B-911C-6F6C517B1DAD}">
      <dgm:prSet/>
      <dgm:spPr/>
      <dgm:t>
        <a:bodyPr/>
        <a:lstStyle/>
        <a:p>
          <a:endParaRPr lang="en-US"/>
        </a:p>
      </dgm:t>
    </dgm:pt>
    <dgm:pt modelId="{F539C324-F99E-4713-9408-F8867A5B9090}">
      <dgm:prSet phldrT="[Texto]"/>
      <dgm:spPr/>
      <dgm:t>
        <a:bodyPr/>
        <a:lstStyle/>
        <a:p>
          <a:r>
            <a:rPr lang="en-US" dirty="0"/>
            <a:t>Plan </a:t>
          </a:r>
          <a:r>
            <a:rPr lang="en-US" dirty="0" err="1"/>
            <a:t>personalizado</a:t>
          </a:r>
          <a:r>
            <a:rPr lang="en-US" dirty="0"/>
            <a:t> de </a:t>
          </a:r>
          <a:r>
            <a:rPr lang="en-US" dirty="0" err="1"/>
            <a:t>continuidad</a:t>
          </a:r>
          <a:r>
            <a:rPr lang="en-US" dirty="0"/>
            <a:t>, failover </a:t>
          </a:r>
          <a:r>
            <a:rPr lang="en-US" dirty="0" err="1"/>
            <a:t>automático</a:t>
          </a:r>
          <a:r>
            <a:rPr lang="en-US" dirty="0"/>
            <a:t> y </a:t>
          </a:r>
          <a:r>
            <a:rPr lang="en-US" dirty="0" err="1"/>
            <a:t>orquestración</a:t>
          </a:r>
          <a:r>
            <a:rPr lang="en-US" dirty="0"/>
            <a:t> completa.</a:t>
          </a:r>
        </a:p>
      </dgm:t>
    </dgm:pt>
    <dgm:pt modelId="{0D4CC2C5-F100-46D6-BC69-EB61D7D6CD7A}" type="parTrans" cxnId="{76A446FF-4CD7-402A-812E-2CF95B735763}">
      <dgm:prSet/>
      <dgm:spPr/>
      <dgm:t>
        <a:bodyPr/>
        <a:lstStyle/>
        <a:p>
          <a:endParaRPr lang="en-US"/>
        </a:p>
      </dgm:t>
    </dgm:pt>
    <dgm:pt modelId="{38285737-E0D0-4B6D-8EB6-495FE40075A6}" type="sibTrans" cxnId="{76A446FF-4CD7-402A-812E-2CF95B735763}">
      <dgm:prSet/>
      <dgm:spPr/>
      <dgm:t>
        <a:bodyPr/>
        <a:lstStyle/>
        <a:p>
          <a:endParaRPr lang="en-US"/>
        </a:p>
      </dgm:t>
    </dgm:pt>
    <dgm:pt modelId="{AC9253C6-023C-4FFE-A8B0-4DA1CF23B443}" type="pres">
      <dgm:prSet presAssocID="{72F8ACFF-80FC-466F-A58B-CDC73C93AB4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EFD8E5-2FDD-4767-BFE7-6751B1A5D804}" type="pres">
      <dgm:prSet presAssocID="{67B4CC8C-5DF0-4AAD-8487-254470029D0E}" presName="root" presStyleCnt="0"/>
      <dgm:spPr/>
    </dgm:pt>
    <dgm:pt modelId="{BF9F2071-6653-461D-A060-EAE8993C59A3}" type="pres">
      <dgm:prSet presAssocID="{67B4CC8C-5DF0-4AAD-8487-254470029D0E}" presName="rootComposite" presStyleCnt="0"/>
      <dgm:spPr/>
    </dgm:pt>
    <dgm:pt modelId="{0358CAE9-B17B-44C2-B2B2-48E4F58540FD}" type="pres">
      <dgm:prSet presAssocID="{67B4CC8C-5DF0-4AAD-8487-254470029D0E}" presName="rootText" presStyleLbl="node1" presStyleIdx="0" presStyleCnt="2"/>
      <dgm:spPr/>
    </dgm:pt>
    <dgm:pt modelId="{148CA25E-463E-4069-B29E-BDBCE0909F01}" type="pres">
      <dgm:prSet presAssocID="{67B4CC8C-5DF0-4AAD-8487-254470029D0E}" presName="rootConnector" presStyleLbl="node1" presStyleIdx="0" presStyleCnt="2"/>
      <dgm:spPr/>
    </dgm:pt>
    <dgm:pt modelId="{14560B4C-E312-4826-B1BC-5E7CE8F19B08}" type="pres">
      <dgm:prSet presAssocID="{67B4CC8C-5DF0-4AAD-8487-254470029D0E}" presName="childShape" presStyleCnt="0"/>
      <dgm:spPr/>
    </dgm:pt>
    <dgm:pt modelId="{0DA0E9DD-7444-4A5C-A59C-A8C04F31681D}" type="pres">
      <dgm:prSet presAssocID="{D45FB497-D531-46D0-91CD-ED0D7C05F732}" presName="Name13" presStyleLbl="parChTrans1D2" presStyleIdx="0" presStyleCnt="4"/>
      <dgm:spPr/>
    </dgm:pt>
    <dgm:pt modelId="{F6291AE1-F060-406A-B467-1FC19CF11BD8}" type="pres">
      <dgm:prSet presAssocID="{3B766D3C-86F6-4C14-AF6F-16097AD50161}" presName="childText" presStyleLbl="bgAcc1" presStyleIdx="0" presStyleCnt="4">
        <dgm:presLayoutVars>
          <dgm:bulletEnabled val="1"/>
        </dgm:presLayoutVars>
      </dgm:prSet>
      <dgm:spPr/>
    </dgm:pt>
    <dgm:pt modelId="{174D5946-BF5F-4A37-8265-0272655D953D}" type="pres">
      <dgm:prSet presAssocID="{D8241064-1A8C-4A2C-9B0F-95A279728A0F}" presName="Name13" presStyleLbl="parChTrans1D2" presStyleIdx="1" presStyleCnt="4"/>
      <dgm:spPr/>
    </dgm:pt>
    <dgm:pt modelId="{5B2AF478-5CB4-4456-867F-BD4808AD40B5}" type="pres">
      <dgm:prSet presAssocID="{07B5E7B0-A499-46ED-BFAC-23B75B305FF3}" presName="childText" presStyleLbl="bgAcc1" presStyleIdx="1" presStyleCnt="4">
        <dgm:presLayoutVars>
          <dgm:bulletEnabled val="1"/>
        </dgm:presLayoutVars>
      </dgm:prSet>
      <dgm:spPr/>
    </dgm:pt>
    <dgm:pt modelId="{81622CC8-BCE8-453F-979B-04723AA605D4}" type="pres">
      <dgm:prSet presAssocID="{98FD4E40-BED5-4933-AB63-349ED7D25295}" presName="root" presStyleCnt="0"/>
      <dgm:spPr/>
    </dgm:pt>
    <dgm:pt modelId="{DC530A8B-9B91-49ED-879A-8C7C0AAB50CC}" type="pres">
      <dgm:prSet presAssocID="{98FD4E40-BED5-4933-AB63-349ED7D25295}" presName="rootComposite" presStyleCnt="0"/>
      <dgm:spPr/>
    </dgm:pt>
    <dgm:pt modelId="{98666E83-ABC3-4722-9095-33E82E033867}" type="pres">
      <dgm:prSet presAssocID="{98FD4E40-BED5-4933-AB63-349ED7D25295}" presName="rootText" presStyleLbl="node1" presStyleIdx="1" presStyleCnt="2"/>
      <dgm:spPr/>
    </dgm:pt>
    <dgm:pt modelId="{2193F1B5-1604-4AB9-A033-10949BD41563}" type="pres">
      <dgm:prSet presAssocID="{98FD4E40-BED5-4933-AB63-349ED7D25295}" presName="rootConnector" presStyleLbl="node1" presStyleIdx="1" presStyleCnt="2"/>
      <dgm:spPr/>
    </dgm:pt>
    <dgm:pt modelId="{57D8BD36-533E-4D02-8DDA-461EA0783D46}" type="pres">
      <dgm:prSet presAssocID="{98FD4E40-BED5-4933-AB63-349ED7D25295}" presName="childShape" presStyleCnt="0"/>
      <dgm:spPr/>
    </dgm:pt>
    <dgm:pt modelId="{A2A6B43D-3EF1-4E02-A2C6-BACCCE578083}" type="pres">
      <dgm:prSet presAssocID="{0851C6C4-C800-4873-ABAD-FD3B28B5139C}" presName="Name13" presStyleLbl="parChTrans1D2" presStyleIdx="2" presStyleCnt="4"/>
      <dgm:spPr/>
    </dgm:pt>
    <dgm:pt modelId="{66491FA8-90E4-4CC5-BCCA-0EEA6FC48F0E}" type="pres">
      <dgm:prSet presAssocID="{3A1CF0D9-EB83-4E85-A64E-4E1B9CFD19A7}" presName="childText" presStyleLbl="bgAcc1" presStyleIdx="2" presStyleCnt="4">
        <dgm:presLayoutVars>
          <dgm:bulletEnabled val="1"/>
        </dgm:presLayoutVars>
      </dgm:prSet>
      <dgm:spPr/>
    </dgm:pt>
    <dgm:pt modelId="{9EA2395D-B85D-47DF-A5A9-A06DFB42A78A}" type="pres">
      <dgm:prSet presAssocID="{0D4CC2C5-F100-46D6-BC69-EB61D7D6CD7A}" presName="Name13" presStyleLbl="parChTrans1D2" presStyleIdx="3" presStyleCnt="4"/>
      <dgm:spPr/>
    </dgm:pt>
    <dgm:pt modelId="{8D3F4126-F34B-4BB6-AECA-E8EC72C02EBD}" type="pres">
      <dgm:prSet presAssocID="{F539C324-F99E-4713-9408-F8867A5B9090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9F6E5306-F13E-4999-8223-BC5FE77BC66E}" type="presOf" srcId="{F539C324-F99E-4713-9408-F8867A5B9090}" destId="{8D3F4126-F34B-4BB6-AECA-E8EC72C02EBD}" srcOrd="0" destOrd="0" presId="urn:microsoft.com/office/officeart/2005/8/layout/hierarchy3"/>
    <dgm:cxn modelId="{32B57D10-AEB2-490A-8377-AA83D8273403}" type="presOf" srcId="{3B766D3C-86F6-4C14-AF6F-16097AD50161}" destId="{F6291AE1-F060-406A-B467-1FC19CF11BD8}" srcOrd="0" destOrd="0" presId="urn:microsoft.com/office/officeart/2005/8/layout/hierarchy3"/>
    <dgm:cxn modelId="{612A322B-CE74-4F0A-80B3-49265C2E85AE}" srcId="{72F8ACFF-80FC-466F-A58B-CDC73C93AB42}" destId="{98FD4E40-BED5-4933-AB63-349ED7D25295}" srcOrd="1" destOrd="0" parTransId="{F640FD86-623B-4E57-9BB1-B228E577405C}" sibTransId="{D467EC56-0092-43E7-89CA-214EC2123881}"/>
    <dgm:cxn modelId="{CDE9462F-712F-4C0B-B4E5-6732D7C5E120}" type="presOf" srcId="{0851C6C4-C800-4873-ABAD-FD3B28B5139C}" destId="{A2A6B43D-3EF1-4E02-A2C6-BACCCE578083}" srcOrd="0" destOrd="0" presId="urn:microsoft.com/office/officeart/2005/8/layout/hierarchy3"/>
    <dgm:cxn modelId="{C333663F-D038-4A6C-91CC-F5406A36F5F1}" srcId="{72F8ACFF-80FC-466F-A58B-CDC73C93AB42}" destId="{67B4CC8C-5DF0-4AAD-8487-254470029D0E}" srcOrd="0" destOrd="0" parTransId="{D1EA7BBE-77E2-4F28-A473-B54B3BED6729}" sibTransId="{D1DF395C-9DE8-4D88-A21A-1CFF198E2A6F}"/>
    <dgm:cxn modelId="{323D7968-019E-4C37-8AA4-DE46A9265375}" srcId="{67B4CC8C-5DF0-4AAD-8487-254470029D0E}" destId="{07B5E7B0-A499-46ED-BFAC-23B75B305FF3}" srcOrd="1" destOrd="0" parTransId="{D8241064-1A8C-4A2C-9B0F-95A279728A0F}" sibTransId="{109CA28C-15AA-467D-BC7C-540178F74514}"/>
    <dgm:cxn modelId="{F0A3137A-3A28-414F-8062-6DA05D0A13A0}" type="presOf" srcId="{98FD4E40-BED5-4933-AB63-349ED7D25295}" destId="{2193F1B5-1604-4AB9-A033-10949BD41563}" srcOrd="1" destOrd="0" presId="urn:microsoft.com/office/officeart/2005/8/layout/hierarchy3"/>
    <dgm:cxn modelId="{5CB39A81-3297-4F58-98B8-BA460F8FFAB1}" type="presOf" srcId="{3A1CF0D9-EB83-4E85-A64E-4E1B9CFD19A7}" destId="{66491FA8-90E4-4CC5-BCCA-0EEA6FC48F0E}" srcOrd="0" destOrd="0" presId="urn:microsoft.com/office/officeart/2005/8/layout/hierarchy3"/>
    <dgm:cxn modelId="{91139292-C611-41A8-A019-07CD31EECAEB}" type="presOf" srcId="{98FD4E40-BED5-4933-AB63-349ED7D25295}" destId="{98666E83-ABC3-4722-9095-33E82E033867}" srcOrd="0" destOrd="0" presId="urn:microsoft.com/office/officeart/2005/8/layout/hierarchy3"/>
    <dgm:cxn modelId="{5F1D4C99-3ACC-417B-911C-6F6C517B1DAD}" srcId="{98FD4E40-BED5-4933-AB63-349ED7D25295}" destId="{3A1CF0D9-EB83-4E85-A64E-4E1B9CFD19A7}" srcOrd="0" destOrd="0" parTransId="{0851C6C4-C800-4873-ABAD-FD3B28B5139C}" sibTransId="{28A49294-3F50-4AB9-A03B-015B7C2829C2}"/>
    <dgm:cxn modelId="{FFC271A7-6BB1-4DE4-AC97-5B4C0B76356B}" type="presOf" srcId="{72F8ACFF-80FC-466F-A58B-CDC73C93AB42}" destId="{AC9253C6-023C-4FFE-A8B0-4DA1CF23B443}" srcOrd="0" destOrd="0" presId="urn:microsoft.com/office/officeart/2005/8/layout/hierarchy3"/>
    <dgm:cxn modelId="{A2A876AA-3A0A-4C28-BB51-31DA942A3329}" srcId="{67B4CC8C-5DF0-4AAD-8487-254470029D0E}" destId="{3B766D3C-86F6-4C14-AF6F-16097AD50161}" srcOrd="0" destOrd="0" parTransId="{D45FB497-D531-46D0-91CD-ED0D7C05F732}" sibTransId="{BF285553-B2AC-43A0-97F7-44C0E74EA349}"/>
    <dgm:cxn modelId="{944AA9B9-4F67-40F3-A5E0-E77A8B4E2F4E}" type="presOf" srcId="{67B4CC8C-5DF0-4AAD-8487-254470029D0E}" destId="{148CA25E-463E-4069-B29E-BDBCE0909F01}" srcOrd="1" destOrd="0" presId="urn:microsoft.com/office/officeart/2005/8/layout/hierarchy3"/>
    <dgm:cxn modelId="{401141CA-867D-4BEE-84AF-1E869DB5D64C}" type="presOf" srcId="{67B4CC8C-5DF0-4AAD-8487-254470029D0E}" destId="{0358CAE9-B17B-44C2-B2B2-48E4F58540FD}" srcOrd="0" destOrd="0" presId="urn:microsoft.com/office/officeart/2005/8/layout/hierarchy3"/>
    <dgm:cxn modelId="{8DCAC2D2-5087-4856-BB2D-69D031061D33}" type="presOf" srcId="{0D4CC2C5-F100-46D6-BC69-EB61D7D6CD7A}" destId="{9EA2395D-B85D-47DF-A5A9-A06DFB42A78A}" srcOrd="0" destOrd="0" presId="urn:microsoft.com/office/officeart/2005/8/layout/hierarchy3"/>
    <dgm:cxn modelId="{C60E64DE-70AE-4A25-8167-B9F67E413ED2}" type="presOf" srcId="{D8241064-1A8C-4A2C-9B0F-95A279728A0F}" destId="{174D5946-BF5F-4A37-8265-0272655D953D}" srcOrd="0" destOrd="0" presId="urn:microsoft.com/office/officeart/2005/8/layout/hierarchy3"/>
    <dgm:cxn modelId="{3F832FE9-6715-4CEB-908A-DA9F6C22F53A}" type="presOf" srcId="{07B5E7B0-A499-46ED-BFAC-23B75B305FF3}" destId="{5B2AF478-5CB4-4456-867F-BD4808AD40B5}" srcOrd="0" destOrd="0" presId="urn:microsoft.com/office/officeart/2005/8/layout/hierarchy3"/>
    <dgm:cxn modelId="{7504C9EF-00FF-4B98-A871-9091F4B1F7DD}" type="presOf" srcId="{D45FB497-D531-46D0-91CD-ED0D7C05F732}" destId="{0DA0E9DD-7444-4A5C-A59C-A8C04F31681D}" srcOrd="0" destOrd="0" presId="urn:microsoft.com/office/officeart/2005/8/layout/hierarchy3"/>
    <dgm:cxn modelId="{76A446FF-4CD7-402A-812E-2CF95B735763}" srcId="{98FD4E40-BED5-4933-AB63-349ED7D25295}" destId="{F539C324-F99E-4713-9408-F8867A5B9090}" srcOrd="1" destOrd="0" parTransId="{0D4CC2C5-F100-46D6-BC69-EB61D7D6CD7A}" sibTransId="{38285737-E0D0-4B6D-8EB6-495FE40075A6}"/>
    <dgm:cxn modelId="{73673496-4479-4D2A-8236-B87B0A9A7999}" type="presParOf" srcId="{AC9253C6-023C-4FFE-A8B0-4DA1CF23B443}" destId="{36EFD8E5-2FDD-4767-BFE7-6751B1A5D804}" srcOrd="0" destOrd="0" presId="urn:microsoft.com/office/officeart/2005/8/layout/hierarchy3"/>
    <dgm:cxn modelId="{356B9470-CD62-4D54-ABFC-0175F21DF6AA}" type="presParOf" srcId="{36EFD8E5-2FDD-4767-BFE7-6751B1A5D804}" destId="{BF9F2071-6653-461D-A060-EAE8993C59A3}" srcOrd="0" destOrd="0" presId="urn:microsoft.com/office/officeart/2005/8/layout/hierarchy3"/>
    <dgm:cxn modelId="{1A9E130E-D273-4217-B395-226CD9E0BF0E}" type="presParOf" srcId="{BF9F2071-6653-461D-A060-EAE8993C59A3}" destId="{0358CAE9-B17B-44C2-B2B2-48E4F58540FD}" srcOrd="0" destOrd="0" presId="urn:microsoft.com/office/officeart/2005/8/layout/hierarchy3"/>
    <dgm:cxn modelId="{1F89F038-F351-487A-9DE6-42CB8120C0B9}" type="presParOf" srcId="{BF9F2071-6653-461D-A060-EAE8993C59A3}" destId="{148CA25E-463E-4069-B29E-BDBCE0909F01}" srcOrd="1" destOrd="0" presId="urn:microsoft.com/office/officeart/2005/8/layout/hierarchy3"/>
    <dgm:cxn modelId="{2ABD2EF0-EEF6-4855-BADE-9AD293C2B5F1}" type="presParOf" srcId="{36EFD8E5-2FDD-4767-BFE7-6751B1A5D804}" destId="{14560B4C-E312-4826-B1BC-5E7CE8F19B08}" srcOrd="1" destOrd="0" presId="urn:microsoft.com/office/officeart/2005/8/layout/hierarchy3"/>
    <dgm:cxn modelId="{694C866B-4618-490D-9EFA-93DA11F4F24C}" type="presParOf" srcId="{14560B4C-E312-4826-B1BC-5E7CE8F19B08}" destId="{0DA0E9DD-7444-4A5C-A59C-A8C04F31681D}" srcOrd="0" destOrd="0" presId="urn:microsoft.com/office/officeart/2005/8/layout/hierarchy3"/>
    <dgm:cxn modelId="{328A241E-6E30-4F18-96E6-E37D708BFE7F}" type="presParOf" srcId="{14560B4C-E312-4826-B1BC-5E7CE8F19B08}" destId="{F6291AE1-F060-406A-B467-1FC19CF11BD8}" srcOrd="1" destOrd="0" presId="urn:microsoft.com/office/officeart/2005/8/layout/hierarchy3"/>
    <dgm:cxn modelId="{1AF67254-9A6E-4BD8-87DC-948290C9B9DD}" type="presParOf" srcId="{14560B4C-E312-4826-B1BC-5E7CE8F19B08}" destId="{174D5946-BF5F-4A37-8265-0272655D953D}" srcOrd="2" destOrd="0" presId="urn:microsoft.com/office/officeart/2005/8/layout/hierarchy3"/>
    <dgm:cxn modelId="{1863FC80-9B6C-47C9-9890-0A739C99F00D}" type="presParOf" srcId="{14560B4C-E312-4826-B1BC-5E7CE8F19B08}" destId="{5B2AF478-5CB4-4456-867F-BD4808AD40B5}" srcOrd="3" destOrd="0" presId="urn:microsoft.com/office/officeart/2005/8/layout/hierarchy3"/>
    <dgm:cxn modelId="{81BD651C-09B5-4077-88E1-5CFB29F69CA3}" type="presParOf" srcId="{AC9253C6-023C-4FFE-A8B0-4DA1CF23B443}" destId="{81622CC8-BCE8-453F-979B-04723AA605D4}" srcOrd="1" destOrd="0" presId="urn:microsoft.com/office/officeart/2005/8/layout/hierarchy3"/>
    <dgm:cxn modelId="{F12BA651-3B63-43DF-ADF1-3A41AFFCB905}" type="presParOf" srcId="{81622CC8-BCE8-453F-979B-04723AA605D4}" destId="{DC530A8B-9B91-49ED-879A-8C7C0AAB50CC}" srcOrd="0" destOrd="0" presId="urn:microsoft.com/office/officeart/2005/8/layout/hierarchy3"/>
    <dgm:cxn modelId="{A61997FB-A489-47B6-BC24-3B0D70BD403B}" type="presParOf" srcId="{DC530A8B-9B91-49ED-879A-8C7C0AAB50CC}" destId="{98666E83-ABC3-4722-9095-33E82E033867}" srcOrd="0" destOrd="0" presId="urn:microsoft.com/office/officeart/2005/8/layout/hierarchy3"/>
    <dgm:cxn modelId="{EDF34C9D-EF66-428C-AC10-9EA61CC05C10}" type="presParOf" srcId="{DC530A8B-9B91-49ED-879A-8C7C0AAB50CC}" destId="{2193F1B5-1604-4AB9-A033-10949BD41563}" srcOrd="1" destOrd="0" presId="urn:microsoft.com/office/officeart/2005/8/layout/hierarchy3"/>
    <dgm:cxn modelId="{D30C5E67-6924-4AEA-BB6A-41F615B01E5D}" type="presParOf" srcId="{81622CC8-BCE8-453F-979B-04723AA605D4}" destId="{57D8BD36-533E-4D02-8DDA-461EA0783D46}" srcOrd="1" destOrd="0" presId="urn:microsoft.com/office/officeart/2005/8/layout/hierarchy3"/>
    <dgm:cxn modelId="{A21A7975-2548-4B13-B67E-7E1E5DC3A47D}" type="presParOf" srcId="{57D8BD36-533E-4D02-8DDA-461EA0783D46}" destId="{A2A6B43D-3EF1-4E02-A2C6-BACCCE578083}" srcOrd="0" destOrd="0" presId="urn:microsoft.com/office/officeart/2005/8/layout/hierarchy3"/>
    <dgm:cxn modelId="{B717B501-B62B-4152-B08D-D0830968F280}" type="presParOf" srcId="{57D8BD36-533E-4D02-8DDA-461EA0783D46}" destId="{66491FA8-90E4-4CC5-BCCA-0EEA6FC48F0E}" srcOrd="1" destOrd="0" presId="urn:microsoft.com/office/officeart/2005/8/layout/hierarchy3"/>
    <dgm:cxn modelId="{5AF348DA-93C0-4B08-88B0-EA8FD0F87AD2}" type="presParOf" srcId="{57D8BD36-533E-4D02-8DDA-461EA0783D46}" destId="{9EA2395D-B85D-47DF-A5A9-A06DFB42A78A}" srcOrd="2" destOrd="0" presId="urn:microsoft.com/office/officeart/2005/8/layout/hierarchy3"/>
    <dgm:cxn modelId="{8B169873-17D2-4793-AFA2-D4E593C41FBB}" type="presParOf" srcId="{57D8BD36-533E-4D02-8DDA-461EA0783D46}" destId="{8D3F4126-F34B-4BB6-AECA-E8EC72C02EBD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DC286F3-B20E-4480-9D79-DEC9CF04198E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D1D54C2-FA2A-42EB-BB5C-04D750E1A5CB}">
      <dgm:prSet phldrT="[Texto]" custT="1"/>
      <dgm:spPr/>
      <dgm:t>
        <a:bodyPr/>
        <a:lstStyle/>
        <a:p>
          <a:r>
            <a:rPr lang="en-US" sz="3100" b="1" kern="1200" dirty="0" err="1">
              <a:latin typeface="Exo 2 Black"/>
              <a:ea typeface="+mn-ea"/>
              <a:cs typeface="+mn-cs"/>
            </a:rPr>
            <a:t>Formación</a:t>
          </a:r>
          <a:endParaRPr lang="en-US" sz="3100" b="1" kern="1200" dirty="0">
            <a:latin typeface="Exo 2 Black"/>
            <a:ea typeface="+mn-ea"/>
            <a:cs typeface="+mn-cs"/>
          </a:endParaRPr>
        </a:p>
      </dgm:t>
    </dgm:pt>
    <dgm:pt modelId="{70E71D77-9214-42A8-951A-0BBDDC5FD614}" type="parTrans" cxnId="{01B0BE97-9367-4E20-8C0E-134937CDF1B8}">
      <dgm:prSet/>
      <dgm:spPr/>
      <dgm:t>
        <a:bodyPr/>
        <a:lstStyle/>
        <a:p>
          <a:endParaRPr lang="en-US"/>
        </a:p>
      </dgm:t>
    </dgm:pt>
    <dgm:pt modelId="{99AADEBD-21DF-44E5-875E-B9912228519B}" type="sibTrans" cxnId="{01B0BE97-9367-4E20-8C0E-134937CDF1B8}">
      <dgm:prSet/>
      <dgm:spPr/>
      <dgm:t>
        <a:bodyPr/>
        <a:lstStyle/>
        <a:p>
          <a:endParaRPr lang="en-US"/>
        </a:p>
      </dgm:t>
    </dgm:pt>
    <dgm:pt modelId="{AC46FF86-F697-4052-B28F-B8929FE89541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/>
            <a:t>Campaña</a:t>
          </a:r>
          <a:r>
            <a:rPr lang="en-US" dirty="0"/>
            <a:t> de </a:t>
          </a:r>
          <a:r>
            <a:rPr lang="en-US" dirty="0" err="1"/>
            <a:t>concienciación</a:t>
          </a:r>
          <a:endParaRPr lang="en-US" dirty="0"/>
        </a:p>
      </dgm:t>
    </dgm:pt>
    <dgm:pt modelId="{A72889D3-DF7F-44B7-8269-477B5544EFA0}" type="parTrans" cxnId="{38043963-05E1-4834-B804-341A70D0A031}">
      <dgm:prSet/>
      <dgm:spPr/>
      <dgm:t>
        <a:bodyPr/>
        <a:lstStyle/>
        <a:p>
          <a:endParaRPr lang="en-US"/>
        </a:p>
      </dgm:t>
    </dgm:pt>
    <dgm:pt modelId="{260A1174-9556-488E-A020-AC39B71E876B}" type="sibTrans" cxnId="{38043963-05E1-4834-B804-341A70D0A031}">
      <dgm:prSet/>
      <dgm:spPr/>
      <dgm:t>
        <a:bodyPr/>
        <a:lstStyle/>
        <a:p>
          <a:endParaRPr lang="en-US"/>
        </a:p>
      </dgm:t>
    </dgm:pt>
    <dgm:pt modelId="{C40CE83B-EC66-42B2-A8DC-CF03C262FCFF}">
      <dgm:prSet phldrT="[Texto]" custT="1"/>
      <dgm:spPr/>
      <dgm:t>
        <a:bodyPr/>
        <a:lstStyle/>
        <a:p>
          <a:r>
            <a:rPr lang="en-US" sz="3100" b="1" kern="1200" dirty="0" err="1">
              <a:latin typeface="Exo 2 Black"/>
              <a:ea typeface="+mn-ea"/>
              <a:cs typeface="+mn-cs"/>
            </a:rPr>
            <a:t>Auditorías</a:t>
          </a:r>
          <a:endParaRPr lang="en-US" sz="3100" b="1" kern="1200" dirty="0">
            <a:latin typeface="Exo 2 Black"/>
            <a:ea typeface="+mn-ea"/>
            <a:cs typeface="+mn-cs"/>
          </a:endParaRPr>
        </a:p>
      </dgm:t>
    </dgm:pt>
    <dgm:pt modelId="{F00B7941-159F-433A-AE64-440DADFEE86B}" type="parTrans" cxnId="{7C598804-F01F-4DB6-A8FF-0BEDA834DB3C}">
      <dgm:prSet/>
      <dgm:spPr/>
      <dgm:t>
        <a:bodyPr/>
        <a:lstStyle/>
        <a:p>
          <a:endParaRPr lang="en-US"/>
        </a:p>
      </dgm:t>
    </dgm:pt>
    <dgm:pt modelId="{F084354B-B6BA-443B-9BD5-2890E5BEE5D9}" type="sibTrans" cxnId="{7C598804-F01F-4DB6-A8FF-0BEDA834DB3C}">
      <dgm:prSet/>
      <dgm:spPr/>
      <dgm:t>
        <a:bodyPr/>
        <a:lstStyle/>
        <a:p>
          <a:endParaRPr lang="en-US"/>
        </a:p>
      </dgm:t>
    </dgm:pt>
    <dgm:pt modelId="{A3ECED55-C87C-4BAC-BE57-4985147342CC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/>
            <a:t>Hacking ético</a:t>
          </a:r>
          <a:endParaRPr lang="en-US" dirty="0"/>
        </a:p>
      </dgm:t>
    </dgm:pt>
    <dgm:pt modelId="{962BDF8F-65E6-4466-BB13-2F2007367881}" type="parTrans" cxnId="{37006BE3-76C5-48FD-8503-044CE76CCD67}">
      <dgm:prSet/>
      <dgm:spPr/>
      <dgm:t>
        <a:bodyPr/>
        <a:lstStyle/>
        <a:p>
          <a:endParaRPr lang="en-US"/>
        </a:p>
      </dgm:t>
    </dgm:pt>
    <dgm:pt modelId="{2686C3A9-8FAB-43B8-99D9-6CE47DC5E364}" type="sibTrans" cxnId="{37006BE3-76C5-48FD-8503-044CE76CCD67}">
      <dgm:prSet/>
      <dgm:spPr/>
      <dgm:t>
        <a:bodyPr/>
        <a:lstStyle/>
        <a:p>
          <a:endParaRPr lang="en-US"/>
        </a:p>
      </dgm:t>
    </dgm:pt>
    <dgm:pt modelId="{3CF15745-C14A-4B9C-9E60-DC08E4F75BBF}">
      <dgm:prSet phldrT="[Texto]"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 err="1">
              <a:latin typeface="Exo 2 Black"/>
              <a:ea typeface="+mn-ea"/>
              <a:cs typeface="+mn-cs"/>
            </a:rPr>
            <a:t>Servicios</a:t>
          </a:r>
          <a:r>
            <a:rPr lang="en-US" sz="2500" b="1" kern="1200" dirty="0">
              <a:latin typeface="Exo 2 Black"/>
              <a:ea typeface="+mn-ea"/>
              <a:cs typeface="+mn-cs"/>
            </a:rPr>
            <a:t> </a:t>
          </a:r>
          <a:r>
            <a:rPr lang="en-US" sz="2500" b="1" kern="1200" dirty="0" err="1">
              <a:latin typeface="Exo 2 Black"/>
              <a:ea typeface="+mn-ea"/>
              <a:cs typeface="+mn-cs"/>
            </a:rPr>
            <a:t>gestionados</a:t>
          </a:r>
          <a:endParaRPr lang="en-US" sz="2500" b="1" kern="1200" dirty="0">
            <a:latin typeface="Exo 2 Black"/>
            <a:ea typeface="+mn-ea"/>
            <a:cs typeface="+mn-cs"/>
          </a:endParaRPr>
        </a:p>
      </dgm:t>
    </dgm:pt>
    <dgm:pt modelId="{69BB0AF4-D677-42A4-8860-985D45550225}" type="parTrans" cxnId="{27E52D6D-4A0D-4F62-BFAD-EC06B941042C}">
      <dgm:prSet/>
      <dgm:spPr/>
      <dgm:t>
        <a:bodyPr/>
        <a:lstStyle/>
        <a:p>
          <a:endParaRPr lang="en-US"/>
        </a:p>
      </dgm:t>
    </dgm:pt>
    <dgm:pt modelId="{D20FC4F6-E245-49D9-9BBE-1C3736446585}" type="sibTrans" cxnId="{27E52D6D-4A0D-4F62-BFAD-EC06B941042C}">
      <dgm:prSet/>
      <dgm:spPr/>
      <dgm:t>
        <a:bodyPr/>
        <a:lstStyle/>
        <a:p>
          <a:endParaRPr lang="en-US"/>
        </a:p>
      </dgm:t>
    </dgm:pt>
    <dgm:pt modelId="{3932A2A8-9D0A-4C69-85AC-7AF7B948D7A0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/>
            <a:t>VSOC – Virtual SOC</a:t>
          </a:r>
          <a:endParaRPr lang="en-US" dirty="0"/>
        </a:p>
      </dgm:t>
    </dgm:pt>
    <dgm:pt modelId="{BAC1A58B-C2F3-4003-87F2-CFB2BAC79E0D}" type="parTrans" cxnId="{1A855B4A-B61A-48A4-A127-151268087435}">
      <dgm:prSet/>
      <dgm:spPr/>
      <dgm:t>
        <a:bodyPr/>
        <a:lstStyle/>
        <a:p>
          <a:endParaRPr lang="en-US"/>
        </a:p>
      </dgm:t>
    </dgm:pt>
    <dgm:pt modelId="{E5B1CD13-AF73-44F3-B81A-08DF10B405A1}" type="sibTrans" cxnId="{1A855B4A-B61A-48A4-A127-151268087435}">
      <dgm:prSet/>
      <dgm:spPr/>
      <dgm:t>
        <a:bodyPr/>
        <a:lstStyle/>
        <a:p>
          <a:endParaRPr lang="en-US"/>
        </a:p>
      </dgm:t>
    </dgm:pt>
    <dgm:pt modelId="{749F3D15-05E0-49D9-84B6-721ADD48A471}">
      <dgm:prSet custT="1"/>
      <dgm:spPr/>
      <dgm:t>
        <a:bodyPr/>
        <a:lstStyle/>
        <a:p>
          <a:r>
            <a:rPr lang="en-US" sz="2500" b="1" kern="1200" dirty="0">
              <a:solidFill>
                <a:prstClr val="white"/>
              </a:solidFill>
              <a:latin typeface="Exo 2 Black"/>
              <a:ea typeface="+mn-ea"/>
              <a:cs typeface="+mn-cs"/>
            </a:rPr>
            <a:t>CISO as a Service</a:t>
          </a:r>
        </a:p>
      </dgm:t>
    </dgm:pt>
    <dgm:pt modelId="{6C81F8D8-8483-4AF2-BCD4-A718F2473CBA}" type="parTrans" cxnId="{19CFD104-04FA-488E-817A-8743B8CBDF86}">
      <dgm:prSet/>
      <dgm:spPr/>
      <dgm:t>
        <a:bodyPr/>
        <a:lstStyle/>
        <a:p>
          <a:endParaRPr lang="en-US"/>
        </a:p>
      </dgm:t>
    </dgm:pt>
    <dgm:pt modelId="{205BC0C9-089E-48D6-ADCE-32F386EB1D16}" type="sibTrans" cxnId="{19CFD104-04FA-488E-817A-8743B8CBDF86}">
      <dgm:prSet/>
      <dgm:spPr/>
      <dgm:t>
        <a:bodyPr/>
        <a:lstStyle/>
        <a:p>
          <a:endParaRPr lang="en-US"/>
        </a:p>
      </dgm:t>
    </dgm:pt>
    <dgm:pt modelId="{264CD9D7-64A1-4F72-B991-F7C3BFA059CD}">
      <dgm:prSet/>
      <dgm:spPr/>
      <dgm:t>
        <a:bodyPr/>
        <a:lstStyle/>
        <a:p>
          <a:r>
            <a:rPr lang="en-US" dirty="0"/>
            <a:t>Servicio de external CISO</a:t>
          </a:r>
        </a:p>
      </dgm:t>
    </dgm:pt>
    <dgm:pt modelId="{1C0B08C2-8E7F-4ACE-B09E-7D1E57DB0E6E}" type="parTrans" cxnId="{57729277-A6D0-4725-AE6B-AFE68E25C1A6}">
      <dgm:prSet/>
      <dgm:spPr/>
      <dgm:t>
        <a:bodyPr/>
        <a:lstStyle/>
        <a:p>
          <a:endParaRPr lang="en-US"/>
        </a:p>
      </dgm:t>
    </dgm:pt>
    <dgm:pt modelId="{3DE658F3-846E-4007-9989-B2DB587DB25E}" type="sibTrans" cxnId="{57729277-A6D0-4725-AE6B-AFE68E25C1A6}">
      <dgm:prSet/>
      <dgm:spPr/>
      <dgm:t>
        <a:bodyPr/>
        <a:lstStyle/>
        <a:p>
          <a:endParaRPr lang="en-US"/>
        </a:p>
      </dgm:t>
    </dgm:pt>
    <dgm:pt modelId="{167990CF-A7D0-40F8-BB6D-F42A220A381A}">
      <dgm:prSet custT="1"/>
      <dgm:spPr/>
      <dgm:t>
        <a:bodyPr/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>
              <a:solidFill>
                <a:prstClr val="white"/>
              </a:solidFill>
              <a:latin typeface="Exo 2 Black"/>
              <a:ea typeface="+mn-ea"/>
              <a:cs typeface="+mn-cs"/>
            </a:rPr>
            <a:t>Consultoria</a:t>
          </a:r>
        </a:p>
      </dgm:t>
    </dgm:pt>
    <dgm:pt modelId="{4AF537F4-F806-4051-9C73-9FC38A09437C}" type="parTrans" cxnId="{A3BF8287-DCB9-4C17-9049-488F5C9C967A}">
      <dgm:prSet/>
      <dgm:spPr/>
      <dgm:t>
        <a:bodyPr/>
        <a:lstStyle/>
        <a:p>
          <a:endParaRPr lang="en-US"/>
        </a:p>
      </dgm:t>
    </dgm:pt>
    <dgm:pt modelId="{9391D1DE-3608-44ED-B999-0823DC6F88C0}" type="sibTrans" cxnId="{A3BF8287-DCB9-4C17-9049-488F5C9C967A}">
      <dgm:prSet/>
      <dgm:spPr/>
      <dgm:t>
        <a:bodyPr/>
        <a:lstStyle/>
        <a:p>
          <a:endParaRPr lang="en-US"/>
        </a:p>
      </dgm:t>
    </dgm:pt>
    <dgm:pt modelId="{25E79F7B-24EC-4976-B139-0D10AEDC3244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Red Teaming</a:t>
          </a:r>
        </a:p>
      </dgm:t>
    </dgm:pt>
    <dgm:pt modelId="{8B8EDCAD-29AF-488B-A78F-108678E6F8CF}" type="parTrans" cxnId="{25E4976E-F78A-40F9-816B-A1880A5D78A6}">
      <dgm:prSet/>
      <dgm:spPr/>
      <dgm:t>
        <a:bodyPr/>
        <a:lstStyle/>
        <a:p>
          <a:endParaRPr lang="en-US"/>
        </a:p>
      </dgm:t>
    </dgm:pt>
    <dgm:pt modelId="{04A827DE-3599-417E-A2F4-3C0F6CB3A1F2}" type="sibTrans" cxnId="{25E4976E-F78A-40F9-816B-A1880A5D78A6}">
      <dgm:prSet/>
      <dgm:spPr/>
      <dgm:t>
        <a:bodyPr/>
        <a:lstStyle/>
        <a:p>
          <a:endParaRPr lang="en-US"/>
        </a:p>
      </dgm:t>
    </dgm:pt>
    <dgm:pt modelId="{7C27355F-3AD2-430D-8C4B-A1BF47FF9584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/>
            <a:t>Auditoría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cloud </a:t>
          </a:r>
          <a:r>
            <a:rPr lang="en-US" dirty="0" err="1"/>
            <a:t>gestionado</a:t>
          </a:r>
          <a:r>
            <a:rPr lang="en-US" dirty="0"/>
            <a:t>, AWS, GCP y Azure</a:t>
          </a:r>
        </a:p>
      </dgm:t>
    </dgm:pt>
    <dgm:pt modelId="{3A82462B-67FC-4CCA-9DF2-8E19DAFA2A9B}" type="parTrans" cxnId="{BB6EF1C1-1CCB-4045-98DD-DD6FCB3CD010}">
      <dgm:prSet/>
      <dgm:spPr/>
      <dgm:t>
        <a:bodyPr/>
        <a:lstStyle/>
        <a:p>
          <a:endParaRPr lang="en-US"/>
        </a:p>
      </dgm:t>
    </dgm:pt>
    <dgm:pt modelId="{D20A18B4-6F62-480C-81C7-9099C6EF57DA}" type="sibTrans" cxnId="{BB6EF1C1-1CCB-4045-98DD-DD6FCB3CD010}">
      <dgm:prSet/>
      <dgm:spPr/>
      <dgm:t>
        <a:bodyPr/>
        <a:lstStyle/>
        <a:p>
          <a:endParaRPr lang="en-US"/>
        </a:p>
      </dgm:t>
    </dgm:pt>
    <dgm:pt modelId="{4948AC25-D46C-4011-A8BE-983E3BE14ABE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/>
            <a:t>Auditoría</a:t>
          </a:r>
          <a:r>
            <a:rPr lang="en-US" dirty="0"/>
            <a:t> </a:t>
          </a:r>
          <a:r>
            <a:rPr lang="en-US" dirty="0" err="1"/>
            <a:t>aplicaciones</a:t>
          </a:r>
          <a:r>
            <a:rPr lang="en-US" dirty="0"/>
            <a:t> </a:t>
          </a:r>
          <a:r>
            <a:rPr lang="en-US" dirty="0" err="1"/>
            <a:t>móviles</a:t>
          </a:r>
          <a:endParaRPr lang="en-US" dirty="0"/>
        </a:p>
      </dgm:t>
    </dgm:pt>
    <dgm:pt modelId="{AE236030-BE7C-44AB-9853-28A3B46797B7}" type="parTrans" cxnId="{1B02DCB0-5D74-4ED7-817D-BBA7D452D130}">
      <dgm:prSet/>
      <dgm:spPr/>
      <dgm:t>
        <a:bodyPr/>
        <a:lstStyle/>
        <a:p>
          <a:endParaRPr lang="en-US"/>
        </a:p>
      </dgm:t>
    </dgm:pt>
    <dgm:pt modelId="{9A3B26BC-7EBC-4F9C-8302-94F74D0A9E01}" type="sibTrans" cxnId="{1B02DCB0-5D74-4ED7-817D-BBA7D452D130}">
      <dgm:prSet/>
      <dgm:spPr/>
      <dgm:t>
        <a:bodyPr/>
        <a:lstStyle/>
        <a:p>
          <a:endParaRPr lang="en-US"/>
        </a:p>
      </dgm:t>
    </dgm:pt>
    <dgm:pt modelId="{9F3BBE94-F19E-47E1-805B-94D8A44527B1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/>
            <a:t>Análisis</a:t>
          </a:r>
          <a:r>
            <a:rPr lang="en-US" dirty="0"/>
            <a:t> Código </a:t>
          </a:r>
          <a:r>
            <a:rPr lang="en-US" dirty="0" err="1"/>
            <a:t>fuente</a:t>
          </a:r>
          <a:endParaRPr lang="en-US" dirty="0"/>
        </a:p>
      </dgm:t>
    </dgm:pt>
    <dgm:pt modelId="{5F95304C-B7E7-4270-AE6E-351A04030329}" type="parTrans" cxnId="{BD03F8EE-7671-4126-A816-16DBFAF2F6E6}">
      <dgm:prSet/>
      <dgm:spPr/>
      <dgm:t>
        <a:bodyPr/>
        <a:lstStyle/>
        <a:p>
          <a:endParaRPr lang="en-US"/>
        </a:p>
      </dgm:t>
    </dgm:pt>
    <dgm:pt modelId="{9F7713CE-5319-445D-98C0-A670FCC63F14}" type="sibTrans" cxnId="{BD03F8EE-7671-4126-A816-16DBFAF2F6E6}">
      <dgm:prSet/>
      <dgm:spPr/>
      <dgm:t>
        <a:bodyPr/>
        <a:lstStyle/>
        <a:p>
          <a:endParaRPr lang="en-US"/>
        </a:p>
      </dgm:t>
    </dgm:pt>
    <dgm:pt modelId="{A16E089A-B13E-435D-8A95-CF76EF427917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/>
            <a:t>Análisis</a:t>
          </a:r>
          <a:r>
            <a:rPr lang="en-US" dirty="0"/>
            <a:t> de </a:t>
          </a:r>
          <a:r>
            <a:rPr lang="en-US" dirty="0" err="1"/>
            <a:t>superficie</a:t>
          </a:r>
          <a:r>
            <a:rPr lang="en-US" dirty="0"/>
            <a:t> de </a:t>
          </a:r>
          <a:r>
            <a:rPr lang="en-US" dirty="0" err="1"/>
            <a:t>ataque</a:t>
          </a:r>
          <a:endParaRPr lang="en-US" dirty="0"/>
        </a:p>
      </dgm:t>
    </dgm:pt>
    <dgm:pt modelId="{215A1A6F-7BFF-4DC4-86E1-752E7E752CE9}" type="parTrans" cxnId="{DA973CA6-FE3C-43EB-86CD-4ABA92122D34}">
      <dgm:prSet/>
      <dgm:spPr/>
      <dgm:t>
        <a:bodyPr/>
        <a:lstStyle/>
        <a:p>
          <a:endParaRPr lang="en-US"/>
        </a:p>
      </dgm:t>
    </dgm:pt>
    <dgm:pt modelId="{19C92D42-C1E5-4D4D-B5AF-858AB351E61A}" type="sibTrans" cxnId="{DA973CA6-FE3C-43EB-86CD-4ABA92122D34}">
      <dgm:prSet/>
      <dgm:spPr/>
      <dgm:t>
        <a:bodyPr/>
        <a:lstStyle/>
        <a:p>
          <a:endParaRPr lang="en-US"/>
        </a:p>
      </dgm:t>
    </dgm:pt>
    <dgm:pt modelId="{FD6138AB-47FE-44DC-A25C-3FCED941AC0B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MDR – Manage and detection response</a:t>
          </a:r>
        </a:p>
      </dgm:t>
    </dgm:pt>
    <dgm:pt modelId="{FD81E36E-6397-4D37-A079-EFFD23F5CEE2}" type="parTrans" cxnId="{2F942B21-51D4-4A7A-A28B-05B37C11896E}">
      <dgm:prSet/>
      <dgm:spPr/>
      <dgm:t>
        <a:bodyPr/>
        <a:lstStyle/>
        <a:p>
          <a:endParaRPr lang="en-US"/>
        </a:p>
      </dgm:t>
    </dgm:pt>
    <dgm:pt modelId="{EB205996-7FF7-4362-9054-EF5228EC4570}" type="sibTrans" cxnId="{2F942B21-51D4-4A7A-A28B-05B37C11896E}">
      <dgm:prSet/>
      <dgm:spPr/>
      <dgm:t>
        <a:bodyPr/>
        <a:lstStyle/>
        <a:p>
          <a:endParaRPr lang="en-US"/>
        </a:p>
      </dgm:t>
    </dgm:pt>
    <dgm:pt modelId="{550AD193-A7BA-4B50-ACC3-5FF7F6BCF255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/>
            <a:t>CiberInteligencia</a:t>
          </a:r>
          <a:endParaRPr lang="en-US" dirty="0"/>
        </a:p>
      </dgm:t>
    </dgm:pt>
    <dgm:pt modelId="{8E653D8D-8266-4EC0-9F0F-9968F737AE26}" type="parTrans" cxnId="{13A968DD-2CCF-4DAA-8882-E5A14CDA7644}">
      <dgm:prSet/>
      <dgm:spPr/>
      <dgm:t>
        <a:bodyPr/>
        <a:lstStyle/>
        <a:p>
          <a:endParaRPr lang="en-US"/>
        </a:p>
      </dgm:t>
    </dgm:pt>
    <dgm:pt modelId="{109F2A16-723F-4AF8-B5FF-37103A9BEF4B}" type="sibTrans" cxnId="{13A968DD-2CCF-4DAA-8882-E5A14CDA7644}">
      <dgm:prSet/>
      <dgm:spPr/>
      <dgm:t>
        <a:bodyPr/>
        <a:lstStyle/>
        <a:p>
          <a:endParaRPr lang="en-US"/>
        </a:p>
      </dgm:t>
    </dgm:pt>
    <dgm:pt modelId="{637D4DB2-3EBF-408D-8889-9D7C039DFE91}">
      <dgm:prSet/>
      <dgm:spPr/>
      <dgm:t>
        <a:bodyPr/>
        <a:lstStyle/>
        <a:p>
          <a:r>
            <a:rPr lang="en-US" dirty="0"/>
            <a:t>ISO 27001</a:t>
          </a:r>
        </a:p>
      </dgm:t>
    </dgm:pt>
    <dgm:pt modelId="{D459FE56-DEBD-4B4B-BA75-D621E92F252F}" type="parTrans" cxnId="{91DC2AB3-D1B3-41B0-81C1-560E03AED3F9}">
      <dgm:prSet/>
      <dgm:spPr/>
      <dgm:t>
        <a:bodyPr/>
        <a:lstStyle/>
        <a:p>
          <a:endParaRPr lang="en-US"/>
        </a:p>
      </dgm:t>
    </dgm:pt>
    <dgm:pt modelId="{13951F23-34A2-4356-8BC1-34D64B6455FC}" type="sibTrans" cxnId="{91DC2AB3-D1B3-41B0-81C1-560E03AED3F9}">
      <dgm:prSet/>
      <dgm:spPr/>
      <dgm:t>
        <a:bodyPr/>
        <a:lstStyle/>
        <a:p>
          <a:endParaRPr lang="en-US"/>
        </a:p>
      </dgm:t>
    </dgm:pt>
    <dgm:pt modelId="{A27B43FB-3960-4D2E-805B-C537DF83D23E}">
      <dgm:prSet/>
      <dgm:spPr/>
      <dgm:t>
        <a:bodyPr/>
        <a:lstStyle/>
        <a:p>
          <a:r>
            <a:rPr lang="en-US" dirty="0"/>
            <a:t>ENS – </a:t>
          </a:r>
          <a:r>
            <a:rPr lang="en-US" dirty="0" err="1"/>
            <a:t>Esquema</a:t>
          </a:r>
          <a:r>
            <a:rPr lang="en-US" dirty="0"/>
            <a:t> Nacional de </a:t>
          </a:r>
          <a:r>
            <a:rPr lang="en-US" dirty="0" err="1"/>
            <a:t>Seguridad</a:t>
          </a:r>
          <a:endParaRPr lang="en-US" dirty="0"/>
        </a:p>
      </dgm:t>
    </dgm:pt>
    <dgm:pt modelId="{5BE6FAF5-0DFE-4E64-B120-A2CAF22D2E28}" type="parTrans" cxnId="{9BC2B874-9582-43D6-966F-67508A2E2530}">
      <dgm:prSet/>
      <dgm:spPr/>
      <dgm:t>
        <a:bodyPr/>
        <a:lstStyle/>
        <a:p>
          <a:endParaRPr lang="en-US"/>
        </a:p>
      </dgm:t>
    </dgm:pt>
    <dgm:pt modelId="{8252E076-EAC9-40CF-9DE9-84D047A4F9C1}" type="sibTrans" cxnId="{9BC2B874-9582-43D6-966F-67508A2E2530}">
      <dgm:prSet/>
      <dgm:spPr/>
      <dgm:t>
        <a:bodyPr/>
        <a:lstStyle/>
        <a:p>
          <a:endParaRPr lang="en-US"/>
        </a:p>
      </dgm:t>
    </dgm:pt>
    <dgm:pt modelId="{D810F2B8-30D7-4D3C-86EC-E69D9DECB124}">
      <dgm:prSet/>
      <dgm:spPr/>
      <dgm:t>
        <a:bodyPr/>
        <a:lstStyle/>
        <a:p>
          <a:r>
            <a:rPr lang="en-US" dirty="0"/>
            <a:t>NIS 2</a:t>
          </a:r>
        </a:p>
      </dgm:t>
    </dgm:pt>
    <dgm:pt modelId="{887941C2-2FD5-43F7-8F9A-E8BB4D0E37B0}" type="parTrans" cxnId="{734CB61C-FCD0-405C-951C-FE0D8FEECBFF}">
      <dgm:prSet/>
      <dgm:spPr/>
      <dgm:t>
        <a:bodyPr/>
        <a:lstStyle/>
        <a:p>
          <a:endParaRPr lang="en-US"/>
        </a:p>
      </dgm:t>
    </dgm:pt>
    <dgm:pt modelId="{52474D73-596B-42E4-8409-4A559378B180}" type="sibTrans" cxnId="{734CB61C-FCD0-405C-951C-FE0D8FEECBFF}">
      <dgm:prSet/>
      <dgm:spPr/>
      <dgm:t>
        <a:bodyPr/>
        <a:lstStyle/>
        <a:p>
          <a:endParaRPr lang="en-US"/>
        </a:p>
      </dgm:t>
    </dgm:pt>
    <dgm:pt modelId="{12FCCE81-B895-4718-9091-D43443BFE2B8}">
      <dgm:prSet/>
      <dgm:spPr/>
      <dgm:t>
        <a:bodyPr/>
        <a:lstStyle/>
        <a:p>
          <a:r>
            <a:rPr lang="en-US" dirty="0"/>
            <a:t>SOC 2</a:t>
          </a:r>
        </a:p>
      </dgm:t>
    </dgm:pt>
    <dgm:pt modelId="{A2A9A141-088E-4BA4-A584-1F5753A3C80A}" type="parTrans" cxnId="{E0AA1446-541C-4FA2-86D6-697EC2EABE7C}">
      <dgm:prSet/>
      <dgm:spPr/>
      <dgm:t>
        <a:bodyPr/>
        <a:lstStyle/>
        <a:p>
          <a:endParaRPr lang="en-US"/>
        </a:p>
      </dgm:t>
    </dgm:pt>
    <dgm:pt modelId="{C4AA130D-12FD-40A1-A5D3-64EEF986D1A8}" type="sibTrans" cxnId="{E0AA1446-541C-4FA2-86D6-697EC2EABE7C}">
      <dgm:prSet/>
      <dgm:spPr/>
      <dgm:t>
        <a:bodyPr/>
        <a:lstStyle/>
        <a:p>
          <a:endParaRPr lang="en-US"/>
        </a:p>
      </dgm:t>
    </dgm:pt>
    <dgm:pt modelId="{9DBCF9D2-6217-4A62-9DD6-E5F48CDD1B15}">
      <dgm:prSet/>
      <dgm:spPr/>
      <dgm:t>
        <a:bodyPr/>
        <a:lstStyle/>
        <a:p>
          <a:r>
            <a:rPr lang="en-US" dirty="0"/>
            <a:t>GDPR</a:t>
          </a:r>
        </a:p>
      </dgm:t>
    </dgm:pt>
    <dgm:pt modelId="{622410C4-240D-4A40-B65F-4BEC9A56578D}" type="parTrans" cxnId="{B9635288-9DF3-4346-8191-FF0735BAFAD1}">
      <dgm:prSet/>
      <dgm:spPr/>
      <dgm:t>
        <a:bodyPr/>
        <a:lstStyle/>
        <a:p>
          <a:endParaRPr lang="en-US"/>
        </a:p>
      </dgm:t>
    </dgm:pt>
    <dgm:pt modelId="{B17346CE-3B84-43F5-9FB6-8AEA30CBCEAD}" type="sibTrans" cxnId="{B9635288-9DF3-4346-8191-FF0735BAFAD1}">
      <dgm:prSet/>
      <dgm:spPr/>
      <dgm:t>
        <a:bodyPr/>
        <a:lstStyle/>
        <a:p>
          <a:endParaRPr lang="en-US"/>
        </a:p>
      </dgm:t>
    </dgm:pt>
    <dgm:pt modelId="{C9CC6796-7668-48D8-80B4-34F2B2BF2CD5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Phishing as a Service</a:t>
          </a:r>
        </a:p>
      </dgm:t>
    </dgm:pt>
    <dgm:pt modelId="{2A2BB642-A822-4562-8872-D194D9EEF518}" type="parTrans" cxnId="{120C8EE8-36C6-4F28-ABA2-8FF26BEC518D}">
      <dgm:prSet/>
      <dgm:spPr/>
      <dgm:t>
        <a:bodyPr/>
        <a:lstStyle/>
        <a:p>
          <a:endParaRPr lang="en-US"/>
        </a:p>
      </dgm:t>
    </dgm:pt>
    <dgm:pt modelId="{6639AA6E-BA26-4551-8321-9E2F38294EB9}" type="sibTrans" cxnId="{120C8EE8-36C6-4F28-ABA2-8FF26BEC518D}">
      <dgm:prSet/>
      <dgm:spPr/>
      <dgm:t>
        <a:bodyPr/>
        <a:lstStyle/>
        <a:p>
          <a:endParaRPr lang="en-US"/>
        </a:p>
      </dgm:t>
    </dgm:pt>
    <dgm:pt modelId="{88A3479A-6791-4285-B075-911982C3DB62}">
      <dgm:prSet/>
      <dgm:spPr/>
      <dgm:t>
        <a:bodyPr/>
        <a:lstStyle/>
        <a:p>
          <a:r>
            <a:rPr lang="en-US" dirty="0"/>
            <a:t>Consultor de </a:t>
          </a:r>
          <a:r>
            <a:rPr lang="en-US" dirty="0" err="1"/>
            <a:t>ciberseguridad</a:t>
          </a:r>
          <a:r>
            <a:rPr lang="en-US" dirty="0"/>
            <a:t> </a:t>
          </a:r>
          <a:r>
            <a:rPr lang="en-US" dirty="0" err="1"/>
            <a:t>dedicado</a:t>
          </a:r>
          <a:endParaRPr lang="en-US" dirty="0"/>
        </a:p>
      </dgm:t>
    </dgm:pt>
    <dgm:pt modelId="{8D4F4BD9-799D-48A8-9E01-67FC40ED7EBC}" type="parTrans" cxnId="{84618AB2-6061-41F0-B2C1-EF3EB18B14D0}">
      <dgm:prSet/>
      <dgm:spPr/>
      <dgm:t>
        <a:bodyPr/>
        <a:lstStyle/>
        <a:p>
          <a:endParaRPr lang="en-US"/>
        </a:p>
      </dgm:t>
    </dgm:pt>
    <dgm:pt modelId="{E76028F0-8F3D-4C20-8C8E-0268500CACA0}" type="sibTrans" cxnId="{84618AB2-6061-41F0-B2C1-EF3EB18B14D0}">
      <dgm:prSet/>
      <dgm:spPr/>
      <dgm:t>
        <a:bodyPr/>
        <a:lstStyle/>
        <a:p>
          <a:endParaRPr lang="en-US"/>
        </a:p>
      </dgm:t>
    </dgm:pt>
    <dgm:pt modelId="{0E7D7FB2-B8A7-4067-B681-8C52A37F4FF7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9FF60B92-6636-463A-9FDC-82EF9F24E3DC}" type="parTrans" cxnId="{38154E47-004D-41D5-B887-67000980B02B}">
      <dgm:prSet/>
      <dgm:spPr/>
      <dgm:t>
        <a:bodyPr/>
        <a:lstStyle/>
        <a:p>
          <a:endParaRPr lang="en-US"/>
        </a:p>
      </dgm:t>
    </dgm:pt>
    <dgm:pt modelId="{CAAE10E2-5A92-49CC-8224-7C60D7C195DB}" type="sibTrans" cxnId="{38154E47-004D-41D5-B887-67000980B02B}">
      <dgm:prSet/>
      <dgm:spPr/>
      <dgm:t>
        <a:bodyPr/>
        <a:lstStyle/>
        <a:p>
          <a:endParaRPr lang="en-US"/>
        </a:p>
      </dgm:t>
    </dgm:pt>
    <dgm:pt modelId="{AC2EAECA-EB01-4E8F-B1BD-C63FD4B6996E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/>
            <a:t>Simulacro</a:t>
          </a:r>
          <a:r>
            <a:rPr lang="en-US" dirty="0"/>
            <a:t> de </a:t>
          </a:r>
          <a:r>
            <a:rPr lang="en-US" dirty="0" err="1"/>
            <a:t>incidentes</a:t>
          </a:r>
          <a:endParaRPr lang="en-US" dirty="0"/>
        </a:p>
      </dgm:t>
    </dgm:pt>
    <dgm:pt modelId="{77546427-0A14-454C-8676-600097D6C1D5}" type="parTrans" cxnId="{38462952-3EEE-4C60-A7D3-A611E986E818}">
      <dgm:prSet/>
      <dgm:spPr/>
      <dgm:t>
        <a:bodyPr/>
        <a:lstStyle/>
        <a:p>
          <a:endParaRPr lang="en-US"/>
        </a:p>
      </dgm:t>
    </dgm:pt>
    <dgm:pt modelId="{B288EDDA-91C4-4FE7-A898-CECAE49AF7F9}" type="sibTrans" cxnId="{38462952-3EEE-4C60-A7D3-A611E986E818}">
      <dgm:prSet/>
      <dgm:spPr/>
      <dgm:t>
        <a:bodyPr/>
        <a:lstStyle/>
        <a:p>
          <a:endParaRPr lang="en-US"/>
        </a:p>
      </dgm:t>
    </dgm:pt>
    <dgm:pt modelId="{0CD1C688-6489-4892-BEEB-EBDBE9A3A407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/>
            <a:t>WorkShop</a:t>
          </a:r>
          <a:r>
            <a:rPr lang="en-US" dirty="0"/>
            <a:t> de </a:t>
          </a:r>
          <a:r>
            <a:rPr lang="en-US" dirty="0" err="1"/>
            <a:t>concienciación</a:t>
          </a:r>
          <a:r>
            <a:rPr lang="en-US" dirty="0"/>
            <a:t> de phishing</a:t>
          </a:r>
        </a:p>
      </dgm:t>
    </dgm:pt>
    <dgm:pt modelId="{A00F31BE-D931-4D02-A8BF-3CEBF5AC015A}" type="parTrans" cxnId="{F07AAF94-CAC6-49F0-812D-0E60C75EE356}">
      <dgm:prSet/>
      <dgm:spPr/>
      <dgm:t>
        <a:bodyPr/>
        <a:lstStyle/>
        <a:p>
          <a:endParaRPr lang="en-US"/>
        </a:p>
      </dgm:t>
    </dgm:pt>
    <dgm:pt modelId="{E1821F4A-8AED-4157-B8BD-F5A397B9CA3D}" type="sibTrans" cxnId="{F07AAF94-CAC6-49F0-812D-0E60C75EE356}">
      <dgm:prSet/>
      <dgm:spPr/>
      <dgm:t>
        <a:bodyPr/>
        <a:lstStyle/>
        <a:p>
          <a:endParaRPr lang="en-US"/>
        </a:p>
      </dgm:t>
    </dgm:pt>
    <dgm:pt modelId="{20038D08-93A3-4C13-A1DB-C1ED88A6E45E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/>
            <a:t>Formación</a:t>
          </a:r>
          <a:r>
            <a:rPr lang="en-US" dirty="0"/>
            <a:t> de </a:t>
          </a:r>
          <a:r>
            <a:rPr lang="en-US" dirty="0" err="1"/>
            <a:t>ciberseguridad</a:t>
          </a:r>
          <a:endParaRPr lang="en-US" dirty="0"/>
        </a:p>
      </dgm:t>
    </dgm:pt>
    <dgm:pt modelId="{3BF47164-5A1C-4466-9AB0-A17C766F8E40}" type="parTrans" cxnId="{D2A89E79-B940-4399-B1A9-EBE5E30098E1}">
      <dgm:prSet/>
      <dgm:spPr/>
      <dgm:t>
        <a:bodyPr/>
        <a:lstStyle/>
        <a:p>
          <a:endParaRPr lang="en-US"/>
        </a:p>
      </dgm:t>
    </dgm:pt>
    <dgm:pt modelId="{E9B49834-C529-4676-93E9-0EF1A4203A12}" type="sibTrans" cxnId="{D2A89E79-B940-4399-B1A9-EBE5E30098E1}">
      <dgm:prSet/>
      <dgm:spPr/>
      <dgm:t>
        <a:bodyPr/>
        <a:lstStyle/>
        <a:p>
          <a:endParaRPr lang="en-US"/>
        </a:p>
      </dgm:t>
    </dgm:pt>
    <dgm:pt modelId="{06924B46-8B5F-42D3-91BE-28FDF8CDEF6B}" type="pres">
      <dgm:prSet presAssocID="{2DC286F3-B20E-4480-9D79-DEC9CF04198E}" presName="Name0" presStyleCnt="0">
        <dgm:presLayoutVars>
          <dgm:dir/>
          <dgm:animLvl val="lvl"/>
          <dgm:resizeHandles val="exact"/>
        </dgm:presLayoutVars>
      </dgm:prSet>
      <dgm:spPr/>
    </dgm:pt>
    <dgm:pt modelId="{23436F47-8EF6-4ED6-AF81-06AE249EC0B1}" type="pres">
      <dgm:prSet presAssocID="{2D1D54C2-FA2A-42EB-BB5C-04D750E1A5CB}" presName="composite" presStyleCnt="0"/>
      <dgm:spPr/>
    </dgm:pt>
    <dgm:pt modelId="{A6BA6502-5817-4396-A384-FE7A4DDD6388}" type="pres">
      <dgm:prSet presAssocID="{2D1D54C2-FA2A-42EB-BB5C-04D750E1A5CB}" presName="parTx" presStyleLbl="alignNode1" presStyleIdx="0" presStyleCnt="5" custLinFactNeighborX="-103" custLinFactNeighborY="2545">
        <dgm:presLayoutVars>
          <dgm:chMax val="0"/>
          <dgm:chPref val="0"/>
          <dgm:bulletEnabled val="1"/>
        </dgm:presLayoutVars>
      </dgm:prSet>
      <dgm:spPr/>
    </dgm:pt>
    <dgm:pt modelId="{96FFF606-5FAF-46D3-861D-959BE8DF2922}" type="pres">
      <dgm:prSet presAssocID="{2D1D54C2-FA2A-42EB-BB5C-04D750E1A5CB}" presName="desTx" presStyleLbl="alignAccFollowNode1" presStyleIdx="0" presStyleCnt="5">
        <dgm:presLayoutVars>
          <dgm:bulletEnabled val="1"/>
        </dgm:presLayoutVars>
      </dgm:prSet>
      <dgm:spPr/>
    </dgm:pt>
    <dgm:pt modelId="{B28DA988-DE40-4B42-A44D-2E449DF5DFBF}" type="pres">
      <dgm:prSet presAssocID="{99AADEBD-21DF-44E5-875E-B9912228519B}" presName="space" presStyleCnt="0"/>
      <dgm:spPr/>
    </dgm:pt>
    <dgm:pt modelId="{D9408348-28BE-4FCD-A89B-45F1F368D319}" type="pres">
      <dgm:prSet presAssocID="{C40CE83B-EC66-42B2-A8DC-CF03C262FCFF}" presName="composite" presStyleCnt="0"/>
      <dgm:spPr/>
    </dgm:pt>
    <dgm:pt modelId="{300EA2D9-970F-4102-BE0C-107DFFFA695B}" type="pres">
      <dgm:prSet presAssocID="{C40CE83B-EC66-42B2-A8DC-CF03C262FCFF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67E55691-E68B-4BC1-9FFC-0506E12A3F64}" type="pres">
      <dgm:prSet presAssocID="{C40CE83B-EC66-42B2-A8DC-CF03C262FCFF}" presName="desTx" presStyleLbl="alignAccFollowNode1" presStyleIdx="1" presStyleCnt="5">
        <dgm:presLayoutVars>
          <dgm:bulletEnabled val="1"/>
        </dgm:presLayoutVars>
      </dgm:prSet>
      <dgm:spPr/>
    </dgm:pt>
    <dgm:pt modelId="{EAA8E4F7-CE3A-4FB5-BE5B-A0342654E777}" type="pres">
      <dgm:prSet presAssocID="{F084354B-B6BA-443B-9BD5-2890E5BEE5D9}" presName="space" presStyleCnt="0"/>
      <dgm:spPr/>
    </dgm:pt>
    <dgm:pt modelId="{D797E6A8-5F16-4AA0-AF50-F48F18C3651D}" type="pres">
      <dgm:prSet presAssocID="{3CF15745-C14A-4B9C-9E60-DC08E4F75BBF}" presName="composite" presStyleCnt="0"/>
      <dgm:spPr/>
    </dgm:pt>
    <dgm:pt modelId="{8CCBAA6E-0996-434B-ADE6-2FB1C826B27E}" type="pres">
      <dgm:prSet presAssocID="{3CF15745-C14A-4B9C-9E60-DC08E4F75BBF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EF0F153B-8DB2-40AB-9267-C275DF9D75F7}" type="pres">
      <dgm:prSet presAssocID="{3CF15745-C14A-4B9C-9E60-DC08E4F75BBF}" presName="desTx" presStyleLbl="alignAccFollowNode1" presStyleIdx="2" presStyleCnt="5">
        <dgm:presLayoutVars>
          <dgm:bulletEnabled val="1"/>
        </dgm:presLayoutVars>
      </dgm:prSet>
      <dgm:spPr/>
    </dgm:pt>
    <dgm:pt modelId="{089D9DB6-550A-4878-9332-57E293373476}" type="pres">
      <dgm:prSet presAssocID="{D20FC4F6-E245-49D9-9BBE-1C3736446585}" presName="space" presStyleCnt="0"/>
      <dgm:spPr/>
    </dgm:pt>
    <dgm:pt modelId="{D624F6A2-E768-4DAC-ADA9-268E01D75FD9}" type="pres">
      <dgm:prSet presAssocID="{749F3D15-05E0-49D9-84B6-721ADD48A471}" presName="composite" presStyleCnt="0"/>
      <dgm:spPr/>
    </dgm:pt>
    <dgm:pt modelId="{323BF2EA-1AEF-4D9B-9BC3-E36174177ACE}" type="pres">
      <dgm:prSet presAssocID="{749F3D15-05E0-49D9-84B6-721ADD48A471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A8E9E872-2039-4B02-B340-E44C5A48C848}" type="pres">
      <dgm:prSet presAssocID="{749F3D15-05E0-49D9-84B6-721ADD48A471}" presName="desTx" presStyleLbl="alignAccFollowNode1" presStyleIdx="3" presStyleCnt="5">
        <dgm:presLayoutVars>
          <dgm:bulletEnabled val="1"/>
        </dgm:presLayoutVars>
      </dgm:prSet>
      <dgm:spPr/>
    </dgm:pt>
    <dgm:pt modelId="{37F5162B-1AE7-4C11-B72E-887D17FEE876}" type="pres">
      <dgm:prSet presAssocID="{205BC0C9-089E-48D6-ADCE-32F386EB1D16}" presName="space" presStyleCnt="0"/>
      <dgm:spPr/>
    </dgm:pt>
    <dgm:pt modelId="{FB6837A7-3476-4332-A49B-27193B7914C2}" type="pres">
      <dgm:prSet presAssocID="{167990CF-A7D0-40F8-BB6D-F42A220A381A}" presName="composite" presStyleCnt="0"/>
      <dgm:spPr/>
    </dgm:pt>
    <dgm:pt modelId="{5052BA27-9434-47ED-9E72-72A96E98529A}" type="pres">
      <dgm:prSet presAssocID="{167990CF-A7D0-40F8-BB6D-F42A220A381A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4937F604-DB2C-44F0-AE05-FBDE907F8348}" type="pres">
      <dgm:prSet presAssocID="{167990CF-A7D0-40F8-BB6D-F42A220A381A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7C598804-F01F-4DB6-A8FF-0BEDA834DB3C}" srcId="{2DC286F3-B20E-4480-9D79-DEC9CF04198E}" destId="{C40CE83B-EC66-42B2-A8DC-CF03C262FCFF}" srcOrd="1" destOrd="0" parTransId="{F00B7941-159F-433A-AE64-440DADFEE86B}" sibTransId="{F084354B-B6BA-443B-9BD5-2890E5BEE5D9}"/>
    <dgm:cxn modelId="{19CFD104-04FA-488E-817A-8743B8CBDF86}" srcId="{2DC286F3-B20E-4480-9D79-DEC9CF04198E}" destId="{749F3D15-05E0-49D9-84B6-721ADD48A471}" srcOrd="3" destOrd="0" parTransId="{6C81F8D8-8483-4AF2-BCD4-A718F2473CBA}" sibTransId="{205BC0C9-089E-48D6-ADCE-32F386EB1D16}"/>
    <dgm:cxn modelId="{ECFDD208-2FF2-4CA3-8C92-104311C4B63C}" type="presOf" srcId="{FD6138AB-47FE-44DC-A25C-3FCED941AC0B}" destId="{EF0F153B-8DB2-40AB-9267-C275DF9D75F7}" srcOrd="0" destOrd="2" presId="urn:microsoft.com/office/officeart/2005/8/layout/hList1"/>
    <dgm:cxn modelId="{0EB4A20B-0153-4CF5-8785-C8F9C574695A}" type="presOf" srcId="{264CD9D7-64A1-4F72-B991-F7C3BFA059CD}" destId="{A8E9E872-2039-4B02-B340-E44C5A48C848}" srcOrd="0" destOrd="0" presId="urn:microsoft.com/office/officeart/2005/8/layout/hList1"/>
    <dgm:cxn modelId="{4B56D10C-D7D0-42B4-8F43-C69F4BC80A01}" type="presOf" srcId="{167990CF-A7D0-40F8-BB6D-F42A220A381A}" destId="{5052BA27-9434-47ED-9E72-72A96E98529A}" srcOrd="0" destOrd="0" presId="urn:microsoft.com/office/officeart/2005/8/layout/hList1"/>
    <dgm:cxn modelId="{9BA22217-E46D-4763-A38C-BCC69443BB5B}" type="presOf" srcId="{A27B43FB-3960-4D2E-805B-C537DF83D23E}" destId="{4937F604-DB2C-44F0-AE05-FBDE907F8348}" srcOrd="0" destOrd="1" presId="urn:microsoft.com/office/officeart/2005/8/layout/hList1"/>
    <dgm:cxn modelId="{D2E58C17-D87B-45B0-A114-E2F35307A2A4}" type="presOf" srcId="{A3ECED55-C87C-4BAC-BE57-4985147342CC}" destId="{67E55691-E68B-4BC1-9FFC-0506E12A3F64}" srcOrd="0" destOrd="0" presId="urn:microsoft.com/office/officeart/2005/8/layout/hList1"/>
    <dgm:cxn modelId="{B6DDCB19-D4A5-457D-B5AA-5F06A8553714}" type="presOf" srcId="{3CF15745-C14A-4B9C-9E60-DC08E4F75BBF}" destId="{8CCBAA6E-0996-434B-ADE6-2FB1C826B27E}" srcOrd="0" destOrd="0" presId="urn:microsoft.com/office/officeart/2005/8/layout/hList1"/>
    <dgm:cxn modelId="{734CB61C-FCD0-405C-951C-FE0D8FEECBFF}" srcId="{167990CF-A7D0-40F8-BB6D-F42A220A381A}" destId="{D810F2B8-30D7-4D3C-86EC-E69D9DECB124}" srcOrd="2" destOrd="0" parTransId="{887941C2-2FD5-43F7-8F9A-E8BB4D0E37B0}" sibTransId="{52474D73-596B-42E4-8409-4A559378B180}"/>
    <dgm:cxn modelId="{2F942B21-51D4-4A7A-A28B-05B37C11896E}" srcId="{3CF15745-C14A-4B9C-9E60-DC08E4F75BBF}" destId="{FD6138AB-47FE-44DC-A25C-3FCED941AC0B}" srcOrd="2" destOrd="0" parTransId="{FD81E36E-6397-4D37-A079-EFFD23F5CEE2}" sibTransId="{EB205996-7FF7-4362-9054-EF5228EC4570}"/>
    <dgm:cxn modelId="{787B5F24-C6FB-4431-B885-763FE159BA0B}" type="presOf" srcId="{88A3479A-6791-4285-B075-911982C3DB62}" destId="{A8E9E872-2039-4B02-B340-E44C5A48C848}" srcOrd="0" destOrd="1" presId="urn:microsoft.com/office/officeart/2005/8/layout/hList1"/>
    <dgm:cxn modelId="{867B382D-D986-4D9A-93E6-E0FC101CD679}" type="presOf" srcId="{637D4DB2-3EBF-408D-8889-9D7C039DFE91}" destId="{4937F604-DB2C-44F0-AE05-FBDE907F8348}" srcOrd="0" destOrd="0" presId="urn:microsoft.com/office/officeart/2005/8/layout/hList1"/>
    <dgm:cxn modelId="{02428831-492E-49A0-9B7F-30F236BD511B}" type="presOf" srcId="{2D1D54C2-FA2A-42EB-BB5C-04D750E1A5CB}" destId="{A6BA6502-5817-4396-A384-FE7A4DDD6388}" srcOrd="0" destOrd="0" presId="urn:microsoft.com/office/officeart/2005/8/layout/hList1"/>
    <dgm:cxn modelId="{38043963-05E1-4834-B804-341A70D0A031}" srcId="{2D1D54C2-FA2A-42EB-BB5C-04D750E1A5CB}" destId="{AC46FF86-F697-4052-B28F-B8929FE89541}" srcOrd="0" destOrd="0" parTransId="{A72889D3-DF7F-44B7-8269-477B5544EFA0}" sibTransId="{260A1174-9556-488E-A020-AC39B71E876B}"/>
    <dgm:cxn modelId="{E0AA1446-541C-4FA2-86D6-697EC2EABE7C}" srcId="{167990CF-A7D0-40F8-BB6D-F42A220A381A}" destId="{12FCCE81-B895-4718-9091-D43443BFE2B8}" srcOrd="3" destOrd="0" parTransId="{A2A9A141-088E-4BA4-A584-1F5753A3C80A}" sibTransId="{C4AA130D-12FD-40A1-A5D3-64EEF986D1A8}"/>
    <dgm:cxn modelId="{E3C16066-0064-47D7-85E2-0AB2F8E47872}" type="presOf" srcId="{9DBCF9D2-6217-4A62-9DD6-E5F48CDD1B15}" destId="{4937F604-DB2C-44F0-AE05-FBDE907F8348}" srcOrd="0" destOrd="4" presId="urn:microsoft.com/office/officeart/2005/8/layout/hList1"/>
    <dgm:cxn modelId="{38154E47-004D-41D5-B887-67000980B02B}" srcId="{2D1D54C2-FA2A-42EB-BB5C-04D750E1A5CB}" destId="{0E7D7FB2-B8A7-4067-B681-8C52A37F4FF7}" srcOrd="4" destOrd="0" parTransId="{9FF60B92-6636-463A-9FDC-82EF9F24E3DC}" sibTransId="{CAAE10E2-5A92-49CC-8224-7C60D7C195DB}"/>
    <dgm:cxn modelId="{1A855B4A-B61A-48A4-A127-151268087435}" srcId="{3CF15745-C14A-4B9C-9E60-DC08E4F75BBF}" destId="{3932A2A8-9D0A-4C69-85AC-7AF7B948D7A0}" srcOrd="0" destOrd="0" parTransId="{BAC1A58B-C2F3-4003-87F2-CFB2BAC79E0D}" sibTransId="{E5B1CD13-AF73-44F3-B81A-08DF10B405A1}"/>
    <dgm:cxn modelId="{9B2CE74A-6D05-4F3C-BE65-252A913C3830}" type="presOf" srcId="{AC2EAECA-EB01-4E8F-B1BD-C63FD4B6996E}" destId="{96FFF606-5FAF-46D3-861D-959BE8DF2922}" srcOrd="0" destOrd="1" presId="urn:microsoft.com/office/officeart/2005/8/layout/hList1"/>
    <dgm:cxn modelId="{27E52D6D-4A0D-4F62-BFAD-EC06B941042C}" srcId="{2DC286F3-B20E-4480-9D79-DEC9CF04198E}" destId="{3CF15745-C14A-4B9C-9E60-DC08E4F75BBF}" srcOrd="2" destOrd="0" parTransId="{69BB0AF4-D677-42A4-8860-985D45550225}" sibTransId="{D20FC4F6-E245-49D9-9BBE-1C3736446585}"/>
    <dgm:cxn modelId="{25E4976E-F78A-40F9-816B-A1880A5D78A6}" srcId="{C40CE83B-EC66-42B2-A8DC-CF03C262FCFF}" destId="{25E79F7B-24EC-4976-B139-0D10AEDC3244}" srcOrd="1" destOrd="0" parTransId="{8B8EDCAD-29AF-488B-A78F-108678E6F8CF}" sibTransId="{04A827DE-3599-417E-A2F4-3C0F6CB3A1F2}"/>
    <dgm:cxn modelId="{BC528571-40AD-4D01-8622-A11E908C497E}" type="presOf" srcId="{4948AC25-D46C-4011-A8BE-983E3BE14ABE}" destId="{67E55691-E68B-4BC1-9FFC-0506E12A3F64}" srcOrd="0" destOrd="3" presId="urn:microsoft.com/office/officeart/2005/8/layout/hList1"/>
    <dgm:cxn modelId="{38462952-3EEE-4C60-A7D3-A611E986E818}" srcId="{2D1D54C2-FA2A-42EB-BB5C-04D750E1A5CB}" destId="{AC2EAECA-EB01-4E8F-B1BD-C63FD4B6996E}" srcOrd="1" destOrd="0" parTransId="{77546427-0A14-454C-8676-600097D6C1D5}" sibTransId="{B288EDDA-91C4-4FE7-A898-CECAE49AF7F9}"/>
    <dgm:cxn modelId="{3F393973-BF1A-4037-B858-6EF2F317F238}" type="presOf" srcId="{D810F2B8-30D7-4D3C-86EC-E69D9DECB124}" destId="{4937F604-DB2C-44F0-AE05-FBDE907F8348}" srcOrd="0" destOrd="2" presId="urn:microsoft.com/office/officeart/2005/8/layout/hList1"/>
    <dgm:cxn modelId="{9BC2B874-9582-43D6-966F-67508A2E2530}" srcId="{167990CF-A7D0-40F8-BB6D-F42A220A381A}" destId="{A27B43FB-3960-4D2E-805B-C537DF83D23E}" srcOrd="1" destOrd="0" parTransId="{5BE6FAF5-0DFE-4E64-B120-A2CAF22D2E28}" sibTransId="{8252E076-EAC9-40CF-9DE9-84D047A4F9C1}"/>
    <dgm:cxn modelId="{C3D52255-98FA-49F4-97C7-B9264E679442}" type="presOf" srcId="{25E79F7B-24EC-4976-B139-0D10AEDC3244}" destId="{67E55691-E68B-4BC1-9FFC-0506E12A3F64}" srcOrd="0" destOrd="1" presId="urn:microsoft.com/office/officeart/2005/8/layout/hList1"/>
    <dgm:cxn modelId="{44688357-5362-47A0-951F-22BBDB15D883}" type="presOf" srcId="{C9CC6796-7668-48D8-80B4-34F2B2BF2CD5}" destId="{EF0F153B-8DB2-40AB-9267-C275DF9D75F7}" srcOrd="0" destOrd="4" presId="urn:microsoft.com/office/officeart/2005/8/layout/hList1"/>
    <dgm:cxn modelId="{57729277-A6D0-4725-AE6B-AFE68E25C1A6}" srcId="{749F3D15-05E0-49D9-84B6-721ADD48A471}" destId="{264CD9D7-64A1-4F72-B991-F7C3BFA059CD}" srcOrd="0" destOrd="0" parTransId="{1C0B08C2-8E7F-4ACE-B09E-7D1E57DB0E6E}" sibTransId="{3DE658F3-846E-4007-9989-B2DB587DB25E}"/>
    <dgm:cxn modelId="{1CA1CB77-DBFE-4E5D-873D-95BE4BC66AC1}" type="presOf" srcId="{0CD1C688-6489-4892-BEEB-EBDBE9A3A407}" destId="{96FFF606-5FAF-46D3-861D-959BE8DF2922}" srcOrd="0" destOrd="2" presId="urn:microsoft.com/office/officeart/2005/8/layout/hList1"/>
    <dgm:cxn modelId="{D2A89E79-B940-4399-B1A9-EBE5E30098E1}" srcId="{2D1D54C2-FA2A-42EB-BB5C-04D750E1A5CB}" destId="{20038D08-93A3-4C13-A1DB-C1ED88A6E45E}" srcOrd="3" destOrd="0" parTransId="{3BF47164-5A1C-4466-9AB0-A17C766F8E40}" sibTransId="{E9B49834-C529-4676-93E9-0EF1A4203A12}"/>
    <dgm:cxn modelId="{35154B80-EC81-4927-9F23-503765983CFB}" type="presOf" srcId="{7C27355F-3AD2-430D-8C4B-A1BF47FF9584}" destId="{67E55691-E68B-4BC1-9FFC-0506E12A3F64}" srcOrd="0" destOrd="2" presId="urn:microsoft.com/office/officeart/2005/8/layout/hList1"/>
    <dgm:cxn modelId="{A3BF8287-DCB9-4C17-9049-488F5C9C967A}" srcId="{2DC286F3-B20E-4480-9D79-DEC9CF04198E}" destId="{167990CF-A7D0-40F8-BB6D-F42A220A381A}" srcOrd="4" destOrd="0" parTransId="{4AF537F4-F806-4051-9C73-9FC38A09437C}" sibTransId="{9391D1DE-3608-44ED-B999-0823DC6F88C0}"/>
    <dgm:cxn modelId="{B9635288-9DF3-4346-8191-FF0735BAFAD1}" srcId="{167990CF-A7D0-40F8-BB6D-F42A220A381A}" destId="{9DBCF9D2-6217-4A62-9DD6-E5F48CDD1B15}" srcOrd="4" destOrd="0" parTransId="{622410C4-240D-4A40-B65F-4BEC9A56578D}" sibTransId="{B17346CE-3B84-43F5-9FB6-8AEA30CBCEAD}"/>
    <dgm:cxn modelId="{F07AAF94-CAC6-49F0-812D-0E60C75EE356}" srcId="{2D1D54C2-FA2A-42EB-BB5C-04D750E1A5CB}" destId="{0CD1C688-6489-4892-BEEB-EBDBE9A3A407}" srcOrd="2" destOrd="0" parTransId="{A00F31BE-D931-4D02-A8BF-3CEBF5AC015A}" sibTransId="{E1821F4A-8AED-4157-B8BD-F5A397B9CA3D}"/>
    <dgm:cxn modelId="{01B0BE97-9367-4E20-8C0E-134937CDF1B8}" srcId="{2DC286F3-B20E-4480-9D79-DEC9CF04198E}" destId="{2D1D54C2-FA2A-42EB-BB5C-04D750E1A5CB}" srcOrd="0" destOrd="0" parTransId="{70E71D77-9214-42A8-951A-0BBDDC5FD614}" sibTransId="{99AADEBD-21DF-44E5-875E-B9912228519B}"/>
    <dgm:cxn modelId="{DA973CA6-FE3C-43EB-86CD-4ABA92122D34}" srcId="{3CF15745-C14A-4B9C-9E60-DC08E4F75BBF}" destId="{A16E089A-B13E-435D-8A95-CF76EF427917}" srcOrd="1" destOrd="0" parTransId="{215A1A6F-7BFF-4DC4-86E1-752E7E752CE9}" sibTransId="{19C92D42-C1E5-4D4D-B5AF-858AB351E61A}"/>
    <dgm:cxn modelId="{B6621EA9-0166-4E03-B9E8-8FC2447FDC35}" type="presOf" srcId="{3932A2A8-9D0A-4C69-85AC-7AF7B948D7A0}" destId="{EF0F153B-8DB2-40AB-9267-C275DF9D75F7}" srcOrd="0" destOrd="0" presId="urn:microsoft.com/office/officeart/2005/8/layout/hList1"/>
    <dgm:cxn modelId="{1B02DCB0-5D74-4ED7-817D-BBA7D452D130}" srcId="{C40CE83B-EC66-42B2-A8DC-CF03C262FCFF}" destId="{4948AC25-D46C-4011-A8BE-983E3BE14ABE}" srcOrd="3" destOrd="0" parTransId="{AE236030-BE7C-44AB-9853-28A3B46797B7}" sibTransId="{9A3B26BC-7EBC-4F9C-8302-94F74D0A9E01}"/>
    <dgm:cxn modelId="{84618AB2-6061-41F0-B2C1-EF3EB18B14D0}" srcId="{749F3D15-05E0-49D9-84B6-721ADD48A471}" destId="{88A3479A-6791-4285-B075-911982C3DB62}" srcOrd="1" destOrd="0" parTransId="{8D4F4BD9-799D-48A8-9E01-67FC40ED7EBC}" sibTransId="{E76028F0-8F3D-4C20-8C8E-0268500CACA0}"/>
    <dgm:cxn modelId="{91DC2AB3-D1B3-41B0-81C1-560E03AED3F9}" srcId="{167990CF-A7D0-40F8-BB6D-F42A220A381A}" destId="{637D4DB2-3EBF-408D-8889-9D7C039DFE91}" srcOrd="0" destOrd="0" parTransId="{D459FE56-DEBD-4B4B-BA75-D621E92F252F}" sibTransId="{13951F23-34A2-4356-8BC1-34D64B6455FC}"/>
    <dgm:cxn modelId="{7A1508B4-E80E-4BF0-9A6C-8CF19DECEF9F}" type="presOf" srcId="{550AD193-A7BA-4B50-ACC3-5FF7F6BCF255}" destId="{EF0F153B-8DB2-40AB-9267-C275DF9D75F7}" srcOrd="0" destOrd="3" presId="urn:microsoft.com/office/officeart/2005/8/layout/hList1"/>
    <dgm:cxn modelId="{8A176BBC-FB5D-47D4-863D-E95250512818}" type="presOf" srcId="{9F3BBE94-F19E-47E1-805B-94D8A44527B1}" destId="{67E55691-E68B-4BC1-9FFC-0506E12A3F64}" srcOrd="0" destOrd="4" presId="urn:microsoft.com/office/officeart/2005/8/layout/hList1"/>
    <dgm:cxn modelId="{BB6EF1C1-1CCB-4045-98DD-DD6FCB3CD010}" srcId="{C40CE83B-EC66-42B2-A8DC-CF03C262FCFF}" destId="{7C27355F-3AD2-430D-8C4B-A1BF47FF9584}" srcOrd="2" destOrd="0" parTransId="{3A82462B-67FC-4CCA-9DF2-8E19DAFA2A9B}" sibTransId="{D20A18B4-6F62-480C-81C7-9099C6EF57DA}"/>
    <dgm:cxn modelId="{A36699C9-F296-414C-A258-B878DB449363}" type="presOf" srcId="{A16E089A-B13E-435D-8A95-CF76EF427917}" destId="{EF0F153B-8DB2-40AB-9267-C275DF9D75F7}" srcOrd="0" destOrd="1" presId="urn:microsoft.com/office/officeart/2005/8/layout/hList1"/>
    <dgm:cxn modelId="{2674E5CA-71F3-46FC-998D-4482D3B1ED3A}" type="presOf" srcId="{749F3D15-05E0-49D9-84B6-721ADD48A471}" destId="{323BF2EA-1AEF-4D9B-9BC3-E36174177ACE}" srcOrd="0" destOrd="0" presId="urn:microsoft.com/office/officeart/2005/8/layout/hList1"/>
    <dgm:cxn modelId="{D45A83CB-453B-4712-878E-F5DDA60F6C7B}" type="presOf" srcId="{12FCCE81-B895-4718-9091-D43443BFE2B8}" destId="{4937F604-DB2C-44F0-AE05-FBDE907F8348}" srcOrd="0" destOrd="3" presId="urn:microsoft.com/office/officeart/2005/8/layout/hList1"/>
    <dgm:cxn modelId="{E45FBEDA-B152-4E73-8112-3FD1BF0C7D61}" type="presOf" srcId="{20038D08-93A3-4C13-A1DB-C1ED88A6E45E}" destId="{96FFF606-5FAF-46D3-861D-959BE8DF2922}" srcOrd="0" destOrd="3" presId="urn:microsoft.com/office/officeart/2005/8/layout/hList1"/>
    <dgm:cxn modelId="{13A968DD-2CCF-4DAA-8882-E5A14CDA7644}" srcId="{3CF15745-C14A-4B9C-9E60-DC08E4F75BBF}" destId="{550AD193-A7BA-4B50-ACC3-5FF7F6BCF255}" srcOrd="3" destOrd="0" parTransId="{8E653D8D-8266-4EC0-9F0F-9968F737AE26}" sibTransId="{109F2A16-723F-4AF8-B5FF-37103A9BEF4B}"/>
    <dgm:cxn modelId="{37006BE3-76C5-48FD-8503-044CE76CCD67}" srcId="{C40CE83B-EC66-42B2-A8DC-CF03C262FCFF}" destId="{A3ECED55-C87C-4BAC-BE57-4985147342CC}" srcOrd="0" destOrd="0" parTransId="{962BDF8F-65E6-4466-BB13-2F2007367881}" sibTransId="{2686C3A9-8FAB-43B8-99D9-6CE47DC5E364}"/>
    <dgm:cxn modelId="{C47712E8-6389-4FC3-BB59-DC1F6DCF82A7}" type="presOf" srcId="{0E7D7FB2-B8A7-4067-B681-8C52A37F4FF7}" destId="{96FFF606-5FAF-46D3-861D-959BE8DF2922}" srcOrd="0" destOrd="4" presId="urn:microsoft.com/office/officeart/2005/8/layout/hList1"/>
    <dgm:cxn modelId="{120C8EE8-36C6-4F28-ABA2-8FF26BEC518D}" srcId="{3CF15745-C14A-4B9C-9E60-DC08E4F75BBF}" destId="{C9CC6796-7668-48D8-80B4-34F2B2BF2CD5}" srcOrd="4" destOrd="0" parTransId="{2A2BB642-A822-4562-8872-D194D9EEF518}" sibTransId="{6639AA6E-BA26-4551-8321-9E2F38294EB9}"/>
    <dgm:cxn modelId="{BD03F8EE-7671-4126-A816-16DBFAF2F6E6}" srcId="{C40CE83B-EC66-42B2-A8DC-CF03C262FCFF}" destId="{9F3BBE94-F19E-47E1-805B-94D8A44527B1}" srcOrd="4" destOrd="0" parTransId="{5F95304C-B7E7-4270-AE6E-351A04030329}" sibTransId="{9F7713CE-5319-445D-98C0-A670FCC63F14}"/>
    <dgm:cxn modelId="{18E86EF2-E205-4BF3-9E3D-5D31478506CA}" type="presOf" srcId="{C40CE83B-EC66-42B2-A8DC-CF03C262FCFF}" destId="{300EA2D9-970F-4102-BE0C-107DFFFA695B}" srcOrd="0" destOrd="0" presId="urn:microsoft.com/office/officeart/2005/8/layout/hList1"/>
    <dgm:cxn modelId="{5DB252FD-88F6-4B08-A46C-A65A3F9F2BBB}" type="presOf" srcId="{AC46FF86-F697-4052-B28F-B8929FE89541}" destId="{96FFF606-5FAF-46D3-861D-959BE8DF2922}" srcOrd="0" destOrd="0" presId="urn:microsoft.com/office/officeart/2005/8/layout/hList1"/>
    <dgm:cxn modelId="{E5B398FD-8402-4888-B7C3-24A155E604FD}" type="presOf" srcId="{2DC286F3-B20E-4480-9D79-DEC9CF04198E}" destId="{06924B46-8B5F-42D3-91BE-28FDF8CDEF6B}" srcOrd="0" destOrd="0" presId="urn:microsoft.com/office/officeart/2005/8/layout/hList1"/>
    <dgm:cxn modelId="{5E112DE6-3635-46B5-AC00-75BB4D3BAB84}" type="presParOf" srcId="{06924B46-8B5F-42D3-91BE-28FDF8CDEF6B}" destId="{23436F47-8EF6-4ED6-AF81-06AE249EC0B1}" srcOrd="0" destOrd="0" presId="urn:microsoft.com/office/officeart/2005/8/layout/hList1"/>
    <dgm:cxn modelId="{00D04CAA-4A86-4599-A143-FACC17D595FD}" type="presParOf" srcId="{23436F47-8EF6-4ED6-AF81-06AE249EC0B1}" destId="{A6BA6502-5817-4396-A384-FE7A4DDD6388}" srcOrd="0" destOrd="0" presId="urn:microsoft.com/office/officeart/2005/8/layout/hList1"/>
    <dgm:cxn modelId="{EFE924C3-5BAE-4131-B465-29FA7455AD3B}" type="presParOf" srcId="{23436F47-8EF6-4ED6-AF81-06AE249EC0B1}" destId="{96FFF606-5FAF-46D3-861D-959BE8DF2922}" srcOrd="1" destOrd="0" presId="urn:microsoft.com/office/officeart/2005/8/layout/hList1"/>
    <dgm:cxn modelId="{0CACB6B2-B2CA-487B-A7AD-695017A9EA56}" type="presParOf" srcId="{06924B46-8B5F-42D3-91BE-28FDF8CDEF6B}" destId="{B28DA988-DE40-4B42-A44D-2E449DF5DFBF}" srcOrd="1" destOrd="0" presId="urn:microsoft.com/office/officeart/2005/8/layout/hList1"/>
    <dgm:cxn modelId="{522E1EC2-4426-41D7-81B2-421DB98AB902}" type="presParOf" srcId="{06924B46-8B5F-42D3-91BE-28FDF8CDEF6B}" destId="{D9408348-28BE-4FCD-A89B-45F1F368D319}" srcOrd="2" destOrd="0" presId="urn:microsoft.com/office/officeart/2005/8/layout/hList1"/>
    <dgm:cxn modelId="{157BF3EA-F8C6-4ADC-904F-373FF146CE0E}" type="presParOf" srcId="{D9408348-28BE-4FCD-A89B-45F1F368D319}" destId="{300EA2D9-970F-4102-BE0C-107DFFFA695B}" srcOrd="0" destOrd="0" presId="urn:microsoft.com/office/officeart/2005/8/layout/hList1"/>
    <dgm:cxn modelId="{04F43033-1F6D-4EE7-8237-5AF10EC79F8D}" type="presParOf" srcId="{D9408348-28BE-4FCD-A89B-45F1F368D319}" destId="{67E55691-E68B-4BC1-9FFC-0506E12A3F64}" srcOrd="1" destOrd="0" presId="urn:microsoft.com/office/officeart/2005/8/layout/hList1"/>
    <dgm:cxn modelId="{02D5F001-C72A-4E6C-B3C4-B491CAE89FCC}" type="presParOf" srcId="{06924B46-8B5F-42D3-91BE-28FDF8CDEF6B}" destId="{EAA8E4F7-CE3A-4FB5-BE5B-A0342654E777}" srcOrd="3" destOrd="0" presId="urn:microsoft.com/office/officeart/2005/8/layout/hList1"/>
    <dgm:cxn modelId="{3063A1CA-559F-4C46-B993-CB335BB0CEDD}" type="presParOf" srcId="{06924B46-8B5F-42D3-91BE-28FDF8CDEF6B}" destId="{D797E6A8-5F16-4AA0-AF50-F48F18C3651D}" srcOrd="4" destOrd="0" presId="urn:microsoft.com/office/officeart/2005/8/layout/hList1"/>
    <dgm:cxn modelId="{A8DFEB03-6C50-48BE-BA28-C1F0C3EBA55D}" type="presParOf" srcId="{D797E6A8-5F16-4AA0-AF50-F48F18C3651D}" destId="{8CCBAA6E-0996-434B-ADE6-2FB1C826B27E}" srcOrd="0" destOrd="0" presId="urn:microsoft.com/office/officeart/2005/8/layout/hList1"/>
    <dgm:cxn modelId="{E7F80823-6DBD-4242-A4FC-E9C69C5BFD57}" type="presParOf" srcId="{D797E6A8-5F16-4AA0-AF50-F48F18C3651D}" destId="{EF0F153B-8DB2-40AB-9267-C275DF9D75F7}" srcOrd="1" destOrd="0" presId="urn:microsoft.com/office/officeart/2005/8/layout/hList1"/>
    <dgm:cxn modelId="{4BA12E16-E1C1-4774-A48B-F47430371DDB}" type="presParOf" srcId="{06924B46-8B5F-42D3-91BE-28FDF8CDEF6B}" destId="{089D9DB6-550A-4878-9332-57E293373476}" srcOrd="5" destOrd="0" presId="urn:microsoft.com/office/officeart/2005/8/layout/hList1"/>
    <dgm:cxn modelId="{C7BC593A-9B53-484B-BC3C-AC632BBFB3EF}" type="presParOf" srcId="{06924B46-8B5F-42D3-91BE-28FDF8CDEF6B}" destId="{D624F6A2-E768-4DAC-ADA9-268E01D75FD9}" srcOrd="6" destOrd="0" presId="urn:microsoft.com/office/officeart/2005/8/layout/hList1"/>
    <dgm:cxn modelId="{F9B27E20-48A1-46DA-AF1D-BEAE6F3A66A6}" type="presParOf" srcId="{D624F6A2-E768-4DAC-ADA9-268E01D75FD9}" destId="{323BF2EA-1AEF-4D9B-9BC3-E36174177ACE}" srcOrd="0" destOrd="0" presId="urn:microsoft.com/office/officeart/2005/8/layout/hList1"/>
    <dgm:cxn modelId="{328A5DAF-1A02-4A3F-AB2C-E566140C5C26}" type="presParOf" srcId="{D624F6A2-E768-4DAC-ADA9-268E01D75FD9}" destId="{A8E9E872-2039-4B02-B340-E44C5A48C848}" srcOrd="1" destOrd="0" presId="urn:microsoft.com/office/officeart/2005/8/layout/hList1"/>
    <dgm:cxn modelId="{0EDD9AFE-F420-4BDC-B872-4171B75B462C}" type="presParOf" srcId="{06924B46-8B5F-42D3-91BE-28FDF8CDEF6B}" destId="{37F5162B-1AE7-4C11-B72E-887D17FEE876}" srcOrd="7" destOrd="0" presId="urn:microsoft.com/office/officeart/2005/8/layout/hList1"/>
    <dgm:cxn modelId="{3F071FB6-A7DF-4FA4-8F2C-1E74F36BF48E}" type="presParOf" srcId="{06924B46-8B5F-42D3-91BE-28FDF8CDEF6B}" destId="{FB6837A7-3476-4332-A49B-27193B7914C2}" srcOrd="8" destOrd="0" presId="urn:microsoft.com/office/officeart/2005/8/layout/hList1"/>
    <dgm:cxn modelId="{41488899-52D3-4E3B-B92F-E2FF304B666E}" type="presParOf" srcId="{FB6837A7-3476-4332-A49B-27193B7914C2}" destId="{5052BA27-9434-47ED-9E72-72A96E98529A}" srcOrd="0" destOrd="0" presId="urn:microsoft.com/office/officeart/2005/8/layout/hList1"/>
    <dgm:cxn modelId="{F0646AA8-FA68-4FBB-8CD6-A9CBF62F4BA1}" type="presParOf" srcId="{FB6837A7-3476-4332-A49B-27193B7914C2}" destId="{4937F604-DB2C-44F0-AE05-FBDE907F834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3E2EEFA-A9BD-48B0-8C36-88FA287D1425}" type="doc">
      <dgm:prSet loTypeId="urn:microsoft.com/office/officeart/2005/8/layout/chevron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DB14558-AB63-4871-B195-CAFFCA9C232C}">
      <dgm:prSet phldrT="[Texto]" custT="1"/>
      <dgm:spPr/>
      <dgm:t>
        <a:bodyPr/>
        <a:lstStyle/>
        <a:p>
          <a:r>
            <a:rPr lang="en-US" sz="2000" dirty="0"/>
            <a:t>Endpoint Protection</a:t>
          </a:r>
        </a:p>
      </dgm:t>
    </dgm:pt>
    <dgm:pt modelId="{90E1BD09-0CCE-402E-84AB-0F4ABFC7E157}" type="parTrans" cxnId="{E739520F-8235-4761-ACC5-219DEE99701F}">
      <dgm:prSet/>
      <dgm:spPr/>
      <dgm:t>
        <a:bodyPr/>
        <a:lstStyle/>
        <a:p>
          <a:endParaRPr lang="en-US"/>
        </a:p>
      </dgm:t>
    </dgm:pt>
    <dgm:pt modelId="{EC9AE58C-EA8F-42A5-AD50-36D23ACD7EA5}" type="sibTrans" cxnId="{E739520F-8235-4761-ACC5-219DEE99701F}">
      <dgm:prSet/>
      <dgm:spPr/>
      <dgm:t>
        <a:bodyPr/>
        <a:lstStyle/>
        <a:p>
          <a:endParaRPr lang="en-US"/>
        </a:p>
      </dgm:t>
    </dgm:pt>
    <dgm:pt modelId="{3CD1A735-3FD8-4294-905A-296E658E83A3}">
      <dgm:prSet phldrT="[Texto]"/>
      <dgm:spPr/>
      <dgm:t>
        <a:bodyPr/>
        <a:lstStyle/>
        <a:p>
          <a:r>
            <a:rPr lang="en-US" dirty="0" err="1"/>
            <a:t>Supervisión</a:t>
          </a:r>
          <a:r>
            <a:rPr lang="en-US" dirty="0"/>
            <a:t> y control </a:t>
          </a:r>
          <a:r>
            <a:rPr lang="en-US" dirty="0" err="1"/>
            <a:t>centralizado</a:t>
          </a:r>
          <a:r>
            <a:rPr lang="en-US" dirty="0"/>
            <a:t> de endpoints </a:t>
          </a:r>
          <a:r>
            <a:rPr lang="en-US" dirty="0" err="1"/>
            <a:t>multiplataforma</a:t>
          </a:r>
          <a:r>
            <a:rPr lang="en-US" dirty="0"/>
            <a:t> y multi-vendor. </a:t>
          </a:r>
          <a:r>
            <a:rPr lang="en-US" dirty="0" err="1"/>
            <a:t>Gestión</a:t>
          </a:r>
          <a:r>
            <a:rPr lang="en-US" dirty="0"/>
            <a:t> de EPP/EDR</a:t>
          </a:r>
        </a:p>
      </dgm:t>
    </dgm:pt>
    <dgm:pt modelId="{419E47B6-1F54-4B6B-ADB3-54A4799E6E55}" type="parTrans" cxnId="{A1596DC0-7666-475D-83E4-5426530316D6}">
      <dgm:prSet/>
      <dgm:spPr/>
      <dgm:t>
        <a:bodyPr/>
        <a:lstStyle/>
        <a:p>
          <a:endParaRPr lang="en-US"/>
        </a:p>
      </dgm:t>
    </dgm:pt>
    <dgm:pt modelId="{87B94579-370D-4F41-8F4B-1293925C2561}" type="sibTrans" cxnId="{A1596DC0-7666-475D-83E4-5426530316D6}">
      <dgm:prSet/>
      <dgm:spPr/>
      <dgm:t>
        <a:bodyPr/>
        <a:lstStyle/>
        <a:p>
          <a:endParaRPr lang="en-US"/>
        </a:p>
      </dgm:t>
    </dgm:pt>
    <dgm:pt modelId="{7D8145F7-9154-4DA4-B2B2-0886FF3F24D1}">
      <dgm:prSet phldrT="[Texto]" custT="1"/>
      <dgm:spPr/>
      <dgm:t>
        <a:bodyPr/>
        <a:lstStyle/>
        <a:p>
          <a:r>
            <a:rPr lang="en-US" sz="2000" dirty="0"/>
            <a:t>Cloud &amp; Infra</a:t>
          </a:r>
        </a:p>
      </dgm:t>
    </dgm:pt>
    <dgm:pt modelId="{257464DD-0526-4B09-AAD7-E8B9ABFDAC57}" type="parTrans" cxnId="{B194EA4A-D0CA-45FD-82BE-2F0867E6D2A1}">
      <dgm:prSet/>
      <dgm:spPr/>
      <dgm:t>
        <a:bodyPr/>
        <a:lstStyle/>
        <a:p>
          <a:endParaRPr lang="en-US"/>
        </a:p>
      </dgm:t>
    </dgm:pt>
    <dgm:pt modelId="{88637566-E057-44A2-B4F3-61BCC024F923}" type="sibTrans" cxnId="{B194EA4A-D0CA-45FD-82BE-2F0867E6D2A1}">
      <dgm:prSet/>
      <dgm:spPr/>
      <dgm:t>
        <a:bodyPr/>
        <a:lstStyle/>
        <a:p>
          <a:endParaRPr lang="en-US"/>
        </a:p>
      </dgm:t>
    </dgm:pt>
    <dgm:pt modelId="{4CCD538F-613C-4963-B451-FD464FC3FF2F}">
      <dgm:prSet phldrT="[Texto]"/>
      <dgm:spPr/>
      <dgm:t>
        <a:bodyPr/>
        <a:lstStyle/>
        <a:p>
          <a:r>
            <a:rPr lang="en-US" dirty="0" err="1"/>
            <a:t>Monitorización</a:t>
          </a:r>
          <a:r>
            <a:rPr lang="en-US" dirty="0"/>
            <a:t> </a:t>
          </a:r>
          <a:r>
            <a:rPr lang="en-US" dirty="0" err="1"/>
            <a:t>avanzada</a:t>
          </a:r>
          <a:r>
            <a:rPr lang="en-US" dirty="0"/>
            <a:t> de </a:t>
          </a:r>
          <a:r>
            <a:rPr lang="en-US" dirty="0" err="1"/>
            <a:t>entornos</a:t>
          </a:r>
          <a:r>
            <a:rPr lang="en-US" dirty="0"/>
            <a:t> cloud, AWS, GCP, Azure y clouds </a:t>
          </a:r>
          <a:r>
            <a:rPr lang="en-US" dirty="0" err="1"/>
            <a:t>propios</a:t>
          </a:r>
          <a:r>
            <a:rPr lang="en-US" dirty="0"/>
            <a:t>, </a:t>
          </a:r>
          <a:r>
            <a:rPr lang="en-US" dirty="0" err="1"/>
            <a:t>además</a:t>
          </a:r>
          <a:r>
            <a:rPr lang="en-US" dirty="0"/>
            <a:t> de </a:t>
          </a:r>
          <a:r>
            <a:rPr lang="en-US" dirty="0" err="1"/>
            <a:t>infraestructura</a:t>
          </a:r>
          <a:r>
            <a:rPr lang="en-US" dirty="0"/>
            <a:t> on-premise</a:t>
          </a:r>
        </a:p>
      </dgm:t>
    </dgm:pt>
    <dgm:pt modelId="{4E120C41-A0DB-40FC-AFD0-E873409117A8}" type="parTrans" cxnId="{25F6BB89-54F9-448D-B407-DB7703B6ABD6}">
      <dgm:prSet/>
      <dgm:spPr/>
      <dgm:t>
        <a:bodyPr/>
        <a:lstStyle/>
        <a:p>
          <a:endParaRPr lang="en-US"/>
        </a:p>
      </dgm:t>
    </dgm:pt>
    <dgm:pt modelId="{680B65A8-B519-4DBA-A0EF-28EF83C14EF3}" type="sibTrans" cxnId="{25F6BB89-54F9-448D-B407-DB7703B6ABD6}">
      <dgm:prSet/>
      <dgm:spPr/>
      <dgm:t>
        <a:bodyPr/>
        <a:lstStyle/>
        <a:p>
          <a:endParaRPr lang="en-US"/>
        </a:p>
      </dgm:t>
    </dgm:pt>
    <dgm:pt modelId="{C85405B6-E3AE-4280-968E-B5C508BAB52C}">
      <dgm:prSet phldrT="[Texto]" custT="1"/>
      <dgm:spPr/>
      <dgm:t>
        <a:bodyPr/>
        <a:lstStyle/>
        <a:p>
          <a:r>
            <a:rPr lang="en-US" sz="2000" dirty="0"/>
            <a:t>Threat</a:t>
          </a:r>
          <a:r>
            <a:rPr lang="en-US" sz="1400" dirty="0"/>
            <a:t> </a:t>
          </a:r>
          <a:r>
            <a:rPr lang="en-US" sz="2000" dirty="0"/>
            <a:t>Intel</a:t>
          </a:r>
        </a:p>
      </dgm:t>
    </dgm:pt>
    <dgm:pt modelId="{94119CE3-442B-47A7-A391-47567186D795}" type="parTrans" cxnId="{832B610D-17A8-4B38-B9F5-BE049C1A7657}">
      <dgm:prSet/>
      <dgm:spPr/>
      <dgm:t>
        <a:bodyPr/>
        <a:lstStyle/>
        <a:p>
          <a:endParaRPr lang="en-US"/>
        </a:p>
      </dgm:t>
    </dgm:pt>
    <dgm:pt modelId="{6F97BAD7-C151-4358-96FC-38FA5FBA762F}" type="sibTrans" cxnId="{832B610D-17A8-4B38-B9F5-BE049C1A7657}">
      <dgm:prSet/>
      <dgm:spPr/>
      <dgm:t>
        <a:bodyPr/>
        <a:lstStyle/>
        <a:p>
          <a:endParaRPr lang="en-US"/>
        </a:p>
      </dgm:t>
    </dgm:pt>
    <dgm:pt modelId="{AF0D10BD-431E-429D-BB98-0604D5099B53}">
      <dgm:prSet phldrT="[Texto]"/>
      <dgm:spPr/>
      <dgm:t>
        <a:bodyPr/>
        <a:lstStyle/>
        <a:p>
          <a:r>
            <a:rPr lang="en-US" dirty="0" err="1"/>
            <a:t>Servicios</a:t>
          </a:r>
          <a:r>
            <a:rPr lang="en-US" dirty="0"/>
            <a:t> de feeds de </a:t>
          </a:r>
          <a:r>
            <a:rPr lang="en-US" dirty="0" err="1"/>
            <a:t>ciberseguridad</a:t>
          </a:r>
          <a:r>
            <a:rPr lang="en-US" dirty="0"/>
            <a:t>. </a:t>
          </a:r>
          <a:r>
            <a:rPr lang="en-US" dirty="0" err="1"/>
            <a:t>Contextualización</a:t>
          </a:r>
          <a:r>
            <a:rPr lang="en-US" dirty="0"/>
            <a:t> de </a:t>
          </a:r>
          <a:r>
            <a:rPr lang="en-US" dirty="0" err="1"/>
            <a:t>incidentes</a:t>
          </a:r>
          <a:endParaRPr lang="en-US" dirty="0"/>
        </a:p>
      </dgm:t>
    </dgm:pt>
    <dgm:pt modelId="{00BF9395-538D-4543-B957-C8DA9C578A10}" type="parTrans" cxnId="{D2E25F97-E840-42FF-9860-4FB8BBF743C6}">
      <dgm:prSet/>
      <dgm:spPr/>
      <dgm:t>
        <a:bodyPr/>
        <a:lstStyle/>
        <a:p>
          <a:endParaRPr lang="en-US"/>
        </a:p>
      </dgm:t>
    </dgm:pt>
    <dgm:pt modelId="{922D16CB-E0B7-4672-AA19-8E7A09E21EC8}" type="sibTrans" cxnId="{D2E25F97-E840-42FF-9860-4FB8BBF743C6}">
      <dgm:prSet/>
      <dgm:spPr/>
      <dgm:t>
        <a:bodyPr/>
        <a:lstStyle/>
        <a:p>
          <a:endParaRPr lang="en-US"/>
        </a:p>
      </dgm:t>
    </dgm:pt>
    <dgm:pt modelId="{694A3AC5-1696-4319-AD42-094E752EC21F}">
      <dgm:prSet custT="1"/>
      <dgm:spPr/>
      <dgm:t>
        <a:bodyPr/>
        <a:lstStyle/>
        <a:p>
          <a:r>
            <a:rPr lang="en-US" sz="1300" dirty="0" err="1"/>
            <a:t>Gestión</a:t>
          </a:r>
          <a:r>
            <a:rPr lang="en-US" sz="1300" dirty="0"/>
            <a:t> de </a:t>
          </a:r>
          <a:r>
            <a:rPr lang="en-US" sz="1300" dirty="0" err="1"/>
            <a:t>vulnerabilidades</a:t>
          </a:r>
          <a:endParaRPr lang="en-US" sz="1300" dirty="0"/>
        </a:p>
      </dgm:t>
    </dgm:pt>
    <dgm:pt modelId="{39C33E04-0A30-42ED-B8DE-3C7062BDB515}" type="parTrans" cxnId="{DAD5025A-3BBC-408D-A90E-3BB6250C85C2}">
      <dgm:prSet/>
      <dgm:spPr/>
      <dgm:t>
        <a:bodyPr/>
        <a:lstStyle/>
        <a:p>
          <a:endParaRPr lang="en-US"/>
        </a:p>
      </dgm:t>
    </dgm:pt>
    <dgm:pt modelId="{0449001C-119B-4D7F-8FB1-DC979CB3C0DB}" type="sibTrans" cxnId="{DAD5025A-3BBC-408D-A90E-3BB6250C85C2}">
      <dgm:prSet/>
      <dgm:spPr/>
      <dgm:t>
        <a:bodyPr/>
        <a:lstStyle/>
        <a:p>
          <a:endParaRPr lang="en-US"/>
        </a:p>
      </dgm:t>
    </dgm:pt>
    <dgm:pt modelId="{D6BC93B1-B7FD-4274-9C25-C3FADACD29F4}">
      <dgm:prSet custT="1"/>
      <dgm:spPr/>
      <dgm:t>
        <a:bodyPr/>
        <a:lstStyle/>
        <a:p>
          <a:r>
            <a:rPr lang="en-US" sz="2000" dirty="0"/>
            <a:t>SOAR</a:t>
          </a:r>
        </a:p>
      </dgm:t>
    </dgm:pt>
    <dgm:pt modelId="{9DC53552-8CE6-47AE-8EA5-8425D6EA761A}" type="parTrans" cxnId="{5A2EC23A-240E-44A0-B47D-2D3C031429DA}">
      <dgm:prSet/>
      <dgm:spPr/>
      <dgm:t>
        <a:bodyPr/>
        <a:lstStyle/>
        <a:p>
          <a:endParaRPr lang="en-US"/>
        </a:p>
      </dgm:t>
    </dgm:pt>
    <dgm:pt modelId="{758171B0-9923-4C6C-8F18-283A48DBB92D}" type="sibTrans" cxnId="{5A2EC23A-240E-44A0-B47D-2D3C031429DA}">
      <dgm:prSet/>
      <dgm:spPr/>
      <dgm:t>
        <a:bodyPr/>
        <a:lstStyle/>
        <a:p>
          <a:endParaRPr lang="en-US"/>
        </a:p>
      </dgm:t>
    </dgm:pt>
    <dgm:pt modelId="{41ABE1F9-2292-492A-AF81-E2D25665CFFE}">
      <dgm:prSet/>
      <dgm:spPr/>
      <dgm:t>
        <a:bodyPr/>
        <a:lstStyle/>
        <a:p>
          <a:r>
            <a:rPr lang="en-US" dirty="0" err="1"/>
            <a:t>Escaneos</a:t>
          </a:r>
          <a:r>
            <a:rPr lang="en-US" dirty="0"/>
            <a:t> </a:t>
          </a:r>
          <a:r>
            <a:rPr lang="en-US" dirty="0" err="1"/>
            <a:t>programado</a:t>
          </a:r>
          <a:r>
            <a:rPr lang="en-US" dirty="0"/>
            <a:t>, </a:t>
          </a:r>
          <a:r>
            <a:rPr lang="en-US" dirty="0" err="1"/>
            <a:t>priorización</a:t>
          </a:r>
          <a:r>
            <a:rPr lang="en-US" dirty="0"/>
            <a:t> de </a:t>
          </a:r>
          <a:r>
            <a:rPr lang="en-US" dirty="0" err="1"/>
            <a:t>riesgos</a:t>
          </a:r>
          <a:r>
            <a:rPr lang="en-US" dirty="0"/>
            <a:t>, </a:t>
          </a:r>
          <a:r>
            <a:rPr lang="en-US" dirty="0" err="1"/>
            <a:t>validación</a:t>
          </a:r>
          <a:r>
            <a:rPr lang="en-US" dirty="0"/>
            <a:t> de CVEs y reporting. </a:t>
          </a:r>
          <a:r>
            <a:rPr lang="en-US" dirty="0" err="1"/>
            <a:t>Cumplimiento</a:t>
          </a:r>
          <a:r>
            <a:rPr lang="en-US" dirty="0"/>
            <a:t> de ENS, ISO 27001, NIS 2, Dora</a:t>
          </a:r>
        </a:p>
      </dgm:t>
    </dgm:pt>
    <dgm:pt modelId="{F30F3D18-C2C7-4FBD-8EDC-9B8027B0EF00}" type="parTrans" cxnId="{BA0C2783-7D3C-4181-85E3-776D14ED93BA}">
      <dgm:prSet/>
      <dgm:spPr/>
      <dgm:t>
        <a:bodyPr/>
        <a:lstStyle/>
        <a:p>
          <a:endParaRPr lang="en-US"/>
        </a:p>
      </dgm:t>
    </dgm:pt>
    <dgm:pt modelId="{BB4B0745-4065-4C96-AD32-F7E33D217596}" type="sibTrans" cxnId="{BA0C2783-7D3C-4181-85E3-776D14ED93BA}">
      <dgm:prSet/>
      <dgm:spPr/>
      <dgm:t>
        <a:bodyPr/>
        <a:lstStyle/>
        <a:p>
          <a:endParaRPr lang="en-US"/>
        </a:p>
      </dgm:t>
    </dgm:pt>
    <dgm:pt modelId="{06A11119-D728-44AF-978C-0B37AA132CFD}">
      <dgm:prSet/>
      <dgm:spPr/>
      <dgm:t>
        <a:bodyPr/>
        <a:lstStyle/>
        <a:p>
          <a:r>
            <a:rPr lang="en-US" dirty="0"/>
            <a:t>Playbooks </a:t>
          </a:r>
          <a:r>
            <a:rPr lang="en-US" dirty="0" err="1"/>
            <a:t>automaticos</a:t>
          </a:r>
          <a:r>
            <a:rPr lang="en-US" dirty="0"/>
            <a:t>, </a:t>
          </a:r>
          <a:r>
            <a:rPr lang="en-US" dirty="0" err="1"/>
            <a:t>mitigación</a:t>
          </a:r>
          <a:r>
            <a:rPr lang="en-US" dirty="0"/>
            <a:t> </a:t>
          </a:r>
          <a:r>
            <a:rPr lang="en-US" dirty="0" err="1"/>
            <a:t>inmediata</a:t>
          </a:r>
          <a:r>
            <a:rPr lang="en-US" dirty="0"/>
            <a:t>, </a:t>
          </a:r>
          <a:r>
            <a:rPr lang="en-US" dirty="0" err="1"/>
            <a:t>coordinación</a:t>
          </a:r>
          <a:r>
            <a:rPr lang="en-US" dirty="0"/>
            <a:t> DFIR. </a:t>
          </a:r>
          <a:r>
            <a:rPr lang="en-US" dirty="0" err="1"/>
            <a:t>Integración</a:t>
          </a:r>
          <a:r>
            <a:rPr lang="en-US" dirty="0"/>
            <a:t> con </a:t>
          </a:r>
          <a:r>
            <a:rPr lang="en-US" dirty="0" err="1"/>
            <a:t>DevSecOps</a:t>
          </a:r>
          <a:endParaRPr lang="en-US" dirty="0"/>
        </a:p>
      </dgm:t>
    </dgm:pt>
    <dgm:pt modelId="{EF317E18-6715-4F3A-B838-760D161434E5}" type="parTrans" cxnId="{4BFE3ADF-1104-477C-A12B-722F609464FB}">
      <dgm:prSet/>
      <dgm:spPr/>
      <dgm:t>
        <a:bodyPr/>
        <a:lstStyle/>
        <a:p>
          <a:endParaRPr lang="en-US"/>
        </a:p>
      </dgm:t>
    </dgm:pt>
    <dgm:pt modelId="{055E53E7-3718-4CE6-9712-79BE6D18A259}" type="sibTrans" cxnId="{4BFE3ADF-1104-477C-A12B-722F609464FB}">
      <dgm:prSet/>
      <dgm:spPr/>
      <dgm:t>
        <a:bodyPr/>
        <a:lstStyle/>
        <a:p>
          <a:endParaRPr lang="en-US"/>
        </a:p>
      </dgm:t>
    </dgm:pt>
    <dgm:pt modelId="{D635988D-84F1-4A12-B75D-10E1E0BDCCDC}" type="pres">
      <dgm:prSet presAssocID="{D3E2EEFA-A9BD-48B0-8C36-88FA287D1425}" presName="linearFlow" presStyleCnt="0">
        <dgm:presLayoutVars>
          <dgm:dir/>
          <dgm:animLvl val="lvl"/>
          <dgm:resizeHandles val="exact"/>
        </dgm:presLayoutVars>
      </dgm:prSet>
      <dgm:spPr/>
    </dgm:pt>
    <dgm:pt modelId="{471CC4CF-72C6-4FF9-8220-D5F885A72FD9}" type="pres">
      <dgm:prSet presAssocID="{0DB14558-AB63-4871-B195-CAFFCA9C232C}" presName="composite" presStyleCnt="0"/>
      <dgm:spPr/>
    </dgm:pt>
    <dgm:pt modelId="{097B5E7C-7DC1-4967-A471-0C8783B96D98}" type="pres">
      <dgm:prSet presAssocID="{0DB14558-AB63-4871-B195-CAFFCA9C232C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5DDF99A9-0636-4703-9AED-82A3AA6997AC}" type="pres">
      <dgm:prSet presAssocID="{0DB14558-AB63-4871-B195-CAFFCA9C232C}" presName="descendantText" presStyleLbl="alignAcc1" presStyleIdx="0" presStyleCnt="5">
        <dgm:presLayoutVars>
          <dgm:bulletEnabled val="1"/>
        </dgm:presLayoutVars>
      </dgm:prSet>
      <dgm:spPr/>
    </dgm:pt>
    <dgm:pt modelId="{B8E61C6B-5F86-4203-9F6A-2A5C4A9B017C}" type="pres">
      <dgm:prSet presAssocID="{EC9AE58C-EA8F-42A5-AD50-36D23ACD7EA5}" presName="sp" presStyleCnt="0"/>
      <dgm:spPr/>
    </dgm:pt>
    <dgm:pt modelId="{89796AD5-6919-4507-896C-4B8016424B59}" type="pres">
      <dgm:prSet presAssocID="{7D8145F7-9154-4DA4-B2B2-0886FF3F24D1}" presName="composite" presStyleCnt="0"/>
      <dgm:spPr/>
    </dgm:pt>
    <dgm:pt modelId="{AD444DE8-E666-46BB-81C5-9777AD69375E}" type="pres">
      <dgm:prSet presAssocID="{7D8145F7-9154-4DA4-B2B2-0886FF3F24D1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74A3A30C-7C1B-4600-B47B-3CD366E70D4C}" type="pres">
      <dgm:prSet presAssocID="{7D8145F7-9154-4DA4-B2B2-0886FF3F24D1}" presName="descendantText" presStyleLbl="alignAcc1" presStyleIdx="1" presStyleCnt="5">
        <dgm:presLayoutVars>
          <dgm:bulletEnabled val="1"/>
        </dgm:presLayoutVars>
      </dgm:prSet>
      <dgm:spPr/>
    </dgm:pt>
    <dgm:pt modelId="{458452EB-B115-4EDB-A599-020B5C26D730}" type="pres">
      <dgm:prSet presAssocID="{88637566-E057-44A2-B4F3-61BCC024F923}" presName="sp" presStyleCnt="0"/>
      <dgm:spPr/>
    </dgm:pt>
    <dgm:pt modelId="{2E8AD4A9-5D4B-4D1B-AE29-3275D310CC04}" type="pres">
      <dgm:prSet presAssocID="{C85405B6-E3AE-4280-968E-B5C508BAB52C}" presName="composite" presStyleCnt="0"/>
      <dgm:spPr/>
    </dgm:pt>
    <dgm:pt modelId="{79386133-AA57-423C-AA25-D241E925D8BD}" type="pres">
      <dgm:prSet presAssocID="{C85405B6-E3AE-4280-968E-B5C508BAB52C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EC6C3E4D-47F1-47F1-AEB2-BE697EE8E2FE}" type="pres">
      <dgm:prSet presAssocID="{C85405B6-E3AE-4280-968E-B5C508BAB52C}" presName="descendantText" presStyleLbl="alignAcc1" presStyleIdx="2" presStyleCnt="5">
        <dgm:presLayoutVars>
          <dgm:bulletEnabled val="1"/>
        </dgm:presLayoutVars>
      </dgm:prSet>
      <dgm:spPr/>
    </dgm:pt>
    <dgm:pt modelId="{33A7D6E5-5F4D-4446-A365-81623711C94A}" type="pres">
      <dgm:prSet presAssocID="{6F97BAD7-C151-4358-96FC-38FA5FBA762F}" presName="sp" presStyleCnt="0"/>
      <dgm:spPr/>
    </dgm:pt>
    <dgm:pt modelId="{4C400C62-FC95-4382-8048-E5C43FC04C5B}" type="pres">
      <dgm:prSet presAssocID="{694A3AC5-1696-4319-AD42-094E752EC21F}" presName="composite" presStyleCnt="0"/>
      <dgm:spPr/>
    </dgm:pt>
    <dgm:pt modelId="{16384084-D561-455D-8029-0B0221D1E60F}" type="pres">
      <dgm:prSet presAssocID="{694A3AC5-1696-4319-AD42-094E752EC21F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8348174E-24FB-4F57-84A3-63E7082CCDF8}" type="pres">
      <dgm:prSet presAssocID="{694A3AC5-1696-4319-AD42-094E752EC21F}" presName="descendantText" presStyleLbl="alignAcc1" presStyleIdx="3" presStyleCnt="5">
        <dgm:presLayoutVars>
          <dgm:bulletEnabled val="1"/>
        </dgm:presLayoutVars>
      </dgm:prSet>
      <dgm:spPr/>
    </dgm:pt>
    <dgm:pt modelId="{AC16FA38-FF50-4630-AA88-6892F71C560E}" type="pres">
      <dgm:prSet presAssocID="{0449001C-119B-4D7F-8FB1-DC979CB3C0DB}" presName="sp" presStyleCnt="0"/>
      <dgm:spPr/>
    </dgm:pt>
    <dgm:pt modelId="{1752223D-5759-41E5-99EC-215638F23B54}" type="pres">
      <dgm:prSet presAssocID="{D6BC93B1-B7FD-4274-9C25-C3FADACD29F4}" presName="composite" presStyleCnt="0"/>
      <dgm:spPr/>
    </dgm:pt>
    <dgm:pt modelId="{62A47CF8-5011-4E5A-9655-D6023595901D}" type="pres">
      <dgm:prSet presAssocID="{D6BC93B1-B7FD-4274-9C25-C3FADACD29F4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88E6F605-85FE-48E4-8CF5-6915B0E1FD00}" type="pres">
      <dgm:prSet presAssocID="{D6BC93B1-B7FD-4274-9C25-C3FADACD29F4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832B610D-17A8-4B38-B9F5-BE049C1A7657}" srcId="{D3E2EEFA-A9BD-48B0-8C36-88FA287D1425}" destId="{C85405B6-E3AE-4280-968E-B5C508BAB52C}" srcOrd="2" destOrd="0" parTransId="{94119CE3-442B-47A7-A391-47567186D795}" sibTransId="{6F97BAD7-C151-4358-96FC-38FA5FBA762F}"/>
    <dgm:cxn modelId="{E739520F-8235-4761-ACC5-219DEE99701F}" srcId="{D3E2EEFA-A9BD-48B0-8C36-88FA287D1425}" destId="{0DB14558-AB63-4871-B195-CAFFCA9C232C}" srcOrd="0" destOrd="0" parTransId="{90E1BD09-0CCE-402E-84AB-0F4ABFC7E157}" sibTransId="{EC9AE58C-EA8F-42A5-AD50-36D23ACD7EA5}"/>
    <dgm:cxn modelId="{BC104E28-7712-45CC-B410-DFDDBD54BAD7}" type="presOf" srcId="{3CD1A735-3FD8-4294-905A-296E658E83A3}" destId="{5DDF99A9-0636-4703-9AED-82A3AA6997AC}" srcOrd="0" destOrd="0" presId="urn:microsoft.com/office/officeart/2005/8/layout/chevron2"/>
    <dgm:cxn modelId="{236D8731-A835-43CC-9C3D-B242CFB738C1}" type="presOf" srcId="{4CCD538F-613C-4963-B451-FD464FC3FF2F}" destId="{74A3A30C-7C1B-4600-B47B-3CD366E70D4C}" srcOrd="0" destOrd="0" presId="urn:microsoft.com/office/officeart/2005/8/layout/chevron2"/>
    <dgm:cxn modelId="{5A2EC23A-240E-44A0-B47D-2D3C031429DA}" srcId="{D3E2EEFA-A9BD-48B0-8C36-88FA287D1425}" destId="{D6BC93B1-B7FD-4274-9C25-C3FADACD29F4}" srcOrd="4" destOrd="0" parTransId="{9DC53552-8CE6-47AE-8EA5-8425D6EA761A}" sibTransId="{758171B0-9923-4C6C-8F18-283A48DBB92D}"/>
    <dgm:cxn modelId="{451E5D4A-2D91-4A6B-B292-4082A00BA641}" type="presOf" srcId="{694A3AC5-1696-4319-AD42-094E752EC21F}" destId="{16384084-D561-455D-8029-0B0221D1E60F}" srcOrd="0" destOrd="0" presId="urn:microsoft.com/office/officeart/2005/8/layout/chevron2"/>
    <dgm:cxn modelId="{7FF5E46A-6CD6-4615-8C32-5315A56B49D4}" type="presOf" srcId="{7D8145F7-9154-4DA4-B2B2-0886FF3F24D1}" destId="{AD444DE8-E666-46BB-81C5-9777AD69375E}" srcOrd="0" destOrd="0" presId="urn:microsoft.com/office/officeart/2005/8/layout/chevron2"/>
    <dgm:cxn modelId="{B194EA4A-D0CA-45FD-82BE-2F0867E6D2A1}" srcId="{D3E2EEFA-A9BD-48B0-8C36-88FA287D1425}" destId="{7D8145F7-9154-4DA4-B2B2-0886FF3F24D1}" srcOrd="1" destOrd="0" parTransId="{257464DD-0526-4B09-AAD7-E8B9ABFDAC57}" sibTransId="{88637566-E057-44A2-B4F3-61BCC024F923}"/>
    <dgm:cxn modelId="{DAD5025A-3BBC-408D-A90E-3BB6250C85C2}" srcId="{D3E2EEFA-A9BD-48B0-8C36-88FA287D1425}" destId="{694A3AC5-1696-4319-AD42-094E752EC21F}" srcOrd="3" destOrd="0" parTransId="{39C33E04-0A30-42ED-B8DE-3C7062BDB515}" sibTransId="{0449001C-119B-4D7F-8FB1-DC979CB3C0DB}"/>
    <dgm:cxn modelId="{BA0C2783-7D3C-4181-85E3-776D14ED93BA}" srcId="{694A3AC5-1696-4319-AD42-094E752EC21F}" destId="{41ABE1F9-2292-492A-AF81-E2D25665CFFE}" srcOrd="0" destOrd="0" parTransId="{F30F3D18-C2C7-4FBD-8EDC-9B8027B0EF00}" sibTransId="{BB4B0745-4065-4C96-AD32-F7E33D217596}"/>
    <dgm:cxn modelId="{45AAF186-3D73-477A-BB14-A5E594989411}" type="presOf" srcId="{D3E2EEFA-A9BD-48B0-8C36-88FA287D1425}" destId="{D635988D-84F1-4A12-B75D-10E1E0BDCCDC}" srcOrd="0" destOrd="0" presId="urn:microsoft.com/office/officeart/2005/8/layout/chevron2"/>
    <dgm:cxn modelId="{25F6BB89-54F9-448D-B407-DB7703B6ABD6}" srcId="{7D8145F7-9154-4DA4-B2B2-0886FF3F24D1}" destId="{4CCD538F-613C-4963-B451-FD464FC3FF2F}" srcOrd="0" destOrd="0" parTransId="{4E120C41-A0DB-40FC-AFD0-E873409117A8}" sibTransId="{680B65A8-B519-4DBA-A0EF-28EF83C14EF3}"/>
    <dgm:cxn modelId="{D2E25F97-E840-42FF-9860-4FB8BBF743C6}" srcId="{C85405B6-E3AE-4280-968E-B5C508BAB52C}" destId="{AF0D10BD-431E-429D-BB98-0604D5099B53}" srcOrd="0" destOrd="0" parTransId="{00BF9395-538D-4543-B957-C8DA9C578A10}" sibTransId="{922D16CB-E0B7-4672-AA19-8E7A09E21EC8}"/>
    <dgm:cxn modelId="{3B080D99-A933-42E4-9A96-CF17A6F8591B}" type="presOf" srcId="{06A11119-D728-44AF-978C-0B37AA132CFD}" destId="{88E6F605-85FE-48E4-8CF5-6915B0E1FD00}" srcOrd="0" destOrd="0" presId="urn:microsoft.com/office/officeart/2005/8/layout/chevron2"/>
    <dgm:cxn modelId="{63C23CA3-3B8A-4597-967B-AE6E23B28D4C}" type="presOf" srcId="{C85405B6-E3AE-4280-968E-B5C508BAB52C}" destId="{79386133-AA57-423C-AA25-D241E925D8BD}" srcOrd="0" destOrd="0" presId="urn:microsoft.com/office/officeart/2005/8/layout/chevron2"/>
    <dgm:cxn modelId="{3558CFB6-D893-421E-9922-3EA6B4E7F26C}" type="presOf" srcId="{41ABE1F9-2292-492A-AF81-E2D25665CFFE}" destId="{8348174E-24FB-4F57-84A3-63E7082CCDF8}" srcOrd="0" destOrd="0" presId="urn:microsoft.com/office/officeart/2005/8/layout/chevron2"/>
    <dgm:cxn modelId="{A1596DC0-7666-475D-83E4-5426530316D6}" srcId="{0DB14558-AB63-4871-B195-CAFFCA9C232C}" destId="{3CD1A735-3FD8-4294-905A-296E658E83A3}" srcOrd="0" destOrd="0" parTransId="{419E47B6-1F54-4B6B-ADB3-54A4799E6E55}" sibTransId="{87B94579-370D-4F41-8F4B-1293925C2561}"/>
    <dgm:cxn modelId="{C25D6AD9-0515-4475-A3F5-C4A5F3EAE0C5}" type="presOf" srcId="{AF0D10BD-431E-429D-BB98-0604D5099B53}" destId="{EC6C3E4D-47F1-47F1-AEB2-BE697EE8E2FE}" srcOrd="0" destOrd="0" presId="urn:microsoft.com/office/officeart/2005/8/layout/chevron2"/>
    <dgm:cxn modelId="{4BFE3ADF-1104-477C-A12B-722F609464FB}" srcId="{D6BC93B1-B7FD-4274-9C25-C3FADACD29F4}" destId="{06A11119-D728-44AF-978C-0B37AA132CFD}" srcOrd="0" destOrd="0" parTransId="{EF317E18-6715-4F3A-B838-760D161434E5}" sibTransId="{055E53E7-3718-4CE6-9712-79BE6D18A259}"/>
    <dgm:cxn modelId="{B66E57E4-FF2A-4649-A099-5844E8B04893}" type="presOf" srcId="{D6BC93B1-B7FD-4274-9C25-C3FADACD29F4}" destId="{62A47CF8-5011-4E5A-9655-D6023595901D}" srcOrd="0" destOrd="0" presId="urn:microsoft.com/office/officeart/2005/8/layout/chevron2"/>
    <dgm:cxn modelId="{61AB7EE7-5A45-4633-8C14-273D562D1C08}" type="presOf" srcId="{0DB14558-AB63-4871-B195-CAFFCA9C232C}" destId="{097B5E7C-7DC1-4967-A471-0C8783B96D98}" srcOrd="0" destOrd="0" presId="urn:microsoft.com/office/officeart/2005/8/layout/chevron2"/>
    <dgm:cxn modelId="{7CE7941B-58BA-460B-82D8-6AF686F44A42}" type="presParOf" srcId="{D635988D-84F1-4A12-B75D-10E1E0BDCCDC}" destId="{471CC4CF-72C6-4FF9-8220-D5F885A72FD9}" srcOrd="0" destOrd="0" presId="urn:microsoft.com/office/officeart/2005/8/layout/chevron2"/>
    <dgm:cxn modelId="{84E3750F-5FA7-4B50-A5C2-8D3B0D404CDE}" type="presParOf" srcId="{471CC4CF-72C6-4FF9-8220-D5F885A72FD9}" destId="{097B5E7C-7DC1-4967-A471-0C8783B96D98}" srcOrd="0" destOrd="0" presId="urn:microsoft.com/office/officeart/2005/8/layout/chevron2"/>
    <dgm:cxn modelId="{29A6E7E1-711C-45C9-B659-163ED2AF817E}" type="presParOf" srcId="{471CC4CF-72C6-4FF9-8220-D5F885A72FD9}" destId="{5DDF99A9-0636-4703-9AED-82A3AA6997AC}" srcOrd="1" destOrd="0" presId="urn:microsoft.com/office/officeart/2005/8/layout/chevron2"/>
    <dgm:cxn modelId="{AD6AD214-8EFA-4DD6-B495-48DAF0B6DB58}" type="presParOf" srcId="{D635988D-84F1-4A12-B75D-10E1E0BDCCDC}" destId="{B8E61C6B-5F86-4203-9F6A-2A5C4A9B017C}" srcOrd="1" destOrd="0" presId="urn:microsoft.com/office/officeart/2005/8/layout/chevron2"/>
    <dgm:cxn modelId="{8422B8AD-527D-4B36-BA08-D66C83F68DEA}" type="presParOf" srcId="{D635988D-84F1-4A12-B75D-10E1E0BDCCDC}" destId="{89796AD5-6919-4507-896C-4B8016424B59}" srcOrd="2" destOrd="0" presId="urn:microsoft.com/office/officeart/2005/8/layout/chevron2"/>
    <dgm:cxn modelId="{BD2E9461-5855-466D-81AB-FB943FFEBD83}" type="presParOf" srcId="{89796AD5-6919-4507-896C-4B8016424B59}" destId="{AD444DE8-E666-46BB-81C5-9777AD69375E}" srcOrd="0" destOrd="0" presId="urn:microsoft.com/office/officeart/2005/8/layout/chevron2"/>
    <dgm:cxn modelId="{C2782A9D-9C82-4E64-9F10-B79A1A9FB6D7}" type="presParOf" srcId="{89796AD5-6919-4507-896C-4B8016424B59}" destId="{74A3A30C-7C1B-4600-B47B-3CD366E70D4C}" srcOrd="1" destOrd="0" presId="urn:microsoft.com/office/officeart/2005/8/layout/chevron2"/>
    <dgm:cxn modelId="{D7B00072-9281-4F08-9E53-5BB9F5EF7E74}" type="presParOf" srcId="{D635988D-84F1-4A12-B75D-10E1E0BDCCDC}" destId="{458452EB-B115-4EDB-A599-020B5C26D730}" srcOrd="3" destOrd="0" presId="urn:microsoft.com/office/officeart/2005/8/layout/chevron2"/>
    <dgm:cxn modelId="{84A4BD09-7CB8-44F0-B645-FF275765D821}" type="presParOf" srcId="{D635988D-84F1-4A12-B75D-10E1E0BDCCDC}" destId="{2E8AD4A9-5D4B-4D1B-AE29-3275D310CC04}" srcOrd="4" destOrd="0" presId="urn:microsoft.com/office/officeart/2005/8/layout/chevron2"/>
    <dgm:cxn modelId="{17556544-9F3F-4543-97A4-2611714653F3}" type="presParOf" srcId="{2E8AD4A9-5D4B-4D1B-AE29-3275D310CC04}" destId="{79386133-AA57-423C-AA25-D241E925D8BD}" srcOrd="0" destOrd="0" presId="urn:microsoft.com/office/officeart/2005/8/layout/chevron2"/>
    <dgm:cxn modelId="{1D3B58C0-0258-4141-AD58-72D2BBC20607}" type="presParOf" srcId="{2E8AD4A9-5D4B-4D1B-AE29-3275D310CC04}" destId="{EC6C3E4D-47F1-47F1-AEB2-BE697EE8E2FE}" srcOrd="1" destOrd="0" presId="urn:microsoft.com/office/officeart/2005/8/layout/chevron2"/>
    <dgm:cxn modelId="{A1AC1AD5-336C-4C67-B0FC-C9910960B260}" type="presParOf" srcId="{D635988D-84F1-4A12-B75D-10E1E0BDCCDC}" destId="{33A7D6E5-5F4D-4446-A365-81623711C94A}" srcOrd="5" destOrd="0" presId="urn:microsoft.com/office/officeart/2005/8/layout/chevron2"/>
    <dgm:cxn modelId="{4B84D2E9-17D3-4041-887E-D072F138A26E}" type="presParOf" srcId="{D635988D-84F1-4A12-B75D-10E1E0BDCCDC}" destId="{4C400C62-FC95-4382-8048-E5C43FC04C5B}" srcOrd="6" destOrd="0" presId="urn:microsoft.com/office/officeart/2005/8/layout/chevron2"/>
    <dgm:cxn modelId="{8FE5CDFD-E370-474A-B88A-541E89AEE95D}" type="presParOf" srcId="{4C400C62-FC95-4382-8048-E5C43FC04C5B}" destId="{16384084-D561-455D-8029-0B0221D1E60F}" srcOrd="0" destOrd="0" presId="urn:microsoft.com/office/officeart/2005/8/layout/chevron2"/>
    <dgm:cxn modelId="{F29E7AC9-1694-40D8-8A2F-A9CD075DF020}" type="presParOf" srcId="{4C400C62-FC95-4382-8048-E5C43FC04C5B}" destId="{8348174E-24FB-4F57-84A3-63E7082CCDF8}" srcOrd="1" destOrd="0" presId="urn:microsoft.com/office/officeart/2005/8/layout/chevron2"/>
    <dgm:cxn modelId="{D1B371F3-CEAB-4B14-9170-43C99DA22452}" type="presParOf" srcId="{D635988D-84F1-4A12-B75D-10E1E0BDCCDC}" destId="{AC16FA38-FF50-4630-AA88-6892F71C560E}" srcOrd="7" destOrd="0" presId="urn:microsoft.com/office/officeart/2005/8/layout/chevron2"/>
    <dgm:cxn modelId="{DAD47ECA-C8BA-46BF-B50D-87D0546D9277}" type="presParOf" srcId="{D635988D-84F1-4A12-B75D-10E1E0BDCCDC}" destId="{1752223D-5759-41E5-99EC-215638F23B54}" srcOrd="8" destOrd="0" presId="urn:microsoft.com/office/officeart/2005/8/layout/chevron2"/>
    <dgm:cxn modelId="{034C04EB-FB1B-40C4-91FC-0C85C38E3B36}" type="presParOf" srcId="{1752223D-5759-41E5-99EC-215638F23B54}" destId="{62A47CF8-5011-4E5A-9655-D6023595901D}" srcOrd="0" destOrd="0" presId="urn:microsoft.com/office/officeart/2005/8/layout/chevron2"/>
    <dgm:cxn modelId="{F5AED1ED-C481-414A-96D7-BB89619C994D}" type="presParOf" srcId="{1752223D-5759-41E5-99EC-215638F23B54}" destId="{88E6F605-85FE-48E4-8CF5-6915B0E1FD0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3E2EEFA-A9BD-48B0-8C36-88FA287D1425}" type="doc">
      <dgm:prSet loTypeId="urn:microsoft.com/office/officeart/2005/8/layout/chevron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DB14558-AB63-4871-B195-CAFFCA9C232C}">
      <dgm:prSet phldrT="[Texto]" custT="1"/>
      <dgm:spPr/>
      <dgm:t>
        <a:bodyPr/>
        <a:lstStyle/>
        <a:p>
          <a:r>
            <a:rPr lang="en-US" sz="2000" dirty="0" err="1"/>
            <a:t>Gobierno</a:t>
          </a:r>
          <a:r>
            <a:rPr lang="en-US" sz="2000" dirty="0"/>
            <a:t> y </a:t>
          </a:r>
          <a:r>
            <a:rPr lang="en-US" sz="2000" dirty="0" err="1"/>
            <a:t>estrategia</a:t>
          </a:r>
          <a:endParaRPr lang="en-US" sz="2000" dirty="0"/>
        </a:p>
      </dgm:t>
    </dgm:pt>
    <dgm:pt modelId="{90E1BD09-0CCE-402E-84AB-0F4ABFC7E157}" type="parTrans" cxnId="{E739520F-8235-4761-ACC5-219DEE99701F}">
      <dgm:prSet/>
      <dgm:spPr/>
      <dgm:t>
        <a:bodyPr/>
        <a:lstStyle/>
        <a:p>
          <a:endParaRPr lang="en-US"/>
        </a:p>
      </dgm:t>
    </dgm:pt>
    <dgm:pt modelId="{EC9AE58C-EA8F-42A5-AD50-36D23ACD7EA5}" type="sibTrans" cxnId="{E739520F-8235-4761-ACC5-219DEE99701F}">
      <dgm:prSet/>
      <dgm:spPr/>
      <dgm:t>
        <a:bodyPr/>
        <a:lstStyle/>
        <a:p>
          <a:endParaRPr lang="en-US"/>
        </a:p>
      </dgm:t>
    </dgm:pt>
    <dgm:pt modelId="{3CD1A735-3FD8-4294-905A-296E658E83A3}">
      <dgm:prSet phldrT="[Texto]"/>
      <dgm:spPr/>
      <dgm:t>
        <a:bodyPr/>
        <a:lstStyle/>
        <a:p>
          <a:r>
            <a:rPr lang="en-US" dirty="0" err="1"/>
            <a:t>Definición</a:t>
          </a:r>
          <a:r>
            <a:rPr lang="en-US" dirty="0"/>
            <a:t> de </a:t>
          </a:r>
          <a:r>
            <a:rPr lang="en-US" dirty="0" err="1"/>
            <a:t>políticas</a:t>
          </a:r>
          <a:r>
            <a:rPr lang="en-US" dirty="0"/>
            <a:t>, </a:t>
          </a:r>
          <a:r>
            <a:rPr lang="en-US" dirty="0" err="1"/>
            <a:t>procedimientos</a:t>
          </a:r>
          <a:r>
            <a:rPr lang="en-US" dirty="0"/>
            <a:t> y </a:t>
          </a:r>
          <a:r>
            <a:rPr lang="en-US" dirty="0" err="1"/>
            <a:t>objetivos</a:t>
          </a:r>
          <a:r>
            <a:rPr lang="en-US" dirty="0"/>
            <a:t> </a:t>
          </a:r>
          <a:r>
            <a:rPr lang="en-US" dirty="0" err="1"/>
            <a:t>estratégicos</a:t>
          </a:r>
          <a:r>
            <a:rPr lang="en-US" dirty="0"/>
            <a:t> de </a:t>
          </a:r>
          <a:r>
            <a:rPr lang="en-US" dirty="0" err="1"/>
            <a:t>seguridad</a:t>
          </a:r>
          <a:r>
            <a:rPr lang="en-US" dirty="0"/>
            <a:t>. Desarrollo y </a:t>
          </a:r>
          <a:r>
            <a:rPr lang="en-US" dirty="0" err="1"/>
            <a:t>seguimiento</a:t>
          </a:r>
          <a:r>
            <a:rPr lang="en-US" dirty="0"/>
            <a:t> de planes </a:t>
          </a:r>
          <a:r>
            <a:rPr lang="en-US" dirty="0" err="1"/>
            <a:t>directores</a:t>
          </a:r>
          <a:r>
            <a:rPr lang="en-US" dirty="0"/>
            <a:t>, gestion del Riesgo y </a:t>
          </a:r>
          <a:r>
            <a:rPr lang="en-US" dirty="0" err="1"/>
            <a:t>madurez</a:t>
          </a:r>
          <a:r>
            <a:rPr lang="en-US" dirty="0"/>
            <a:t> de la </a:t>
          </a:r>
          <a:r>
            <a:rPr lang="en-US" dirty="0" err="1"/>
            <a:t>organización</a:t>
          </a:r>
          <a:endParaRPr lang="en-US" dirty="0"/>
        </a:p>
      </dgm:t>
    </dgm:pt>
    <dgm:pt modelId="{419E47B6-1F54-4B6B-ADB3-54A4799E6E55}" type="parTrans" cxnId="{A1596DC0-7666-475D-83E4-5426530316D6}">
      <dgm:prSet/>
      <dgm:spPr/>
      <dgm:t>
        <a:bodyPr/>
        <a:lstStyle/>
        <a:p>
          <a:endParaRPr lang="en-US"/>
        </a:p>
      </dgm:t>
    </dgm:pt>
    <dgm:pt modelId="{87B94579-370D-4F41-8F4B-1293925C2561}" type="sibTrans" cxnId="{A1596DC0-7666-475D-83E4-5426530316D6}">
      <dgm:prSet/>
      <dgm:spPr/>
      <dgm:t>
        <a:bodyPr/>
        <a:lstStyle/>
        <a:p>
          <a:endParaRPr lang="en-US"/>
        </a:p>
      </dgm:t>
    </dgm:pt>
    <dgm:pt modelId="{7D8145F7-9154-4DA4-B2B2-0886FF3F24D1}">
      <dgm:prSet phldrT="[Texto]" custT="1"/>
      <dgm:spPr/>
      <dgm:t>
        <a:bodyPr/>
        <a:lstStyle/>
        <a:p>
          <a:r>
            <a:rPr lang="en-US" sz="2000" dirty="0" err="1"/>
            <a:t>Normativa</a:t>
          </a:r>
          <a:endParaRPr lang="en-US" sz="2000" dirty="0"/>
        </a:p>
      </dgm:t>
    </dgm:pt>
    <dgm:pt modelId="{257464DD-0526-4B09-AAD7-E8B9ABFDAC57}" type="parTrans" cxnId="{B194EA4A-D0CA-45FD-82BE-2F0867E6D2A1}">
      <dgm:prSet/>
      <dgm:spPr/>
      <dgm:t>
        <a:bodyPr/>
        <a:lstStyle/>
        <a:p>
          <a:endParaRPr lang="en-US"/>
        </a:p>
      </dgm:t>
    </dgm:pt>
    <dgm:pt modelId="{88637566-E057-44A2-B4F3-61BCC024F923}" type="sibTrans" cxnId="{B194EA4A-D0CA-45FD-82BE-2F0867E6D2A1}">
      <dgm:prSet/>
      <dgm:spPr/>
      <dgm:t>
        <a:bodyPr/>
        <a:lstStyle/>
        <a:p>
          <a:endParaRPr lang="en-US"/>
        </a:p>
      </dgm:t>
    </dgm:pt>
    <dgm:pt modelId="{4CCD538F-613C-4963-B451-FD464FC3FF2F}">
      <dgm:prSet phldrT="[Texto]"/>
      <dgm:spPr/>
      <dgm:t>
        <a:bodyPr/>
        <a:lstStyle/>
        <a:p>
          <a:r>
            <a:rPr lang="en-US" dirty="0" err="1"/>
            <a:t>Alineación</a:t>
          </a:r>
          <a:r>
            <a:rPr lang="en-US" dirty="0"/>
            <a:t> con ENS, ISO 27001, NIS 2, GDPR, Dora y </a:t>
          </a:r>
          <a:r>
            <a:rPr lang="en-US" dirty="0" err="1"/>
            <a:t>estándares</a:t>
          </a:r>
          <a:r>
            <a:rPr lang="en-US" dirty="0"/>
            <a:t> </a:t>
          </a:r>
          <a:r>
            <a:rPr lang="en-US" dirty="0" err="1"/>
            <a:t>sectoriales</a:t>
          </a:r>
          <a:r>
            <a:rPr lang="en-US" dirty="0"/>
            <a:t>. </a:t>
          </a:r>
          <a:r>
            <a:rPr lang="en-US" dirty="0" err="1"/>
            <a:t>Preparación</a:t>
          </a:r>
          <a:r>
            <a:rPr lang="en-US" dirty="0"/>
            <a:t> y </a:t>
          </a:r>
          <a:r>
            <a:rPr lang="en-US" dirty="0" err="1"/>
            <a:t>acompañamiento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auditorías</a:t>
          </a:r>
          <a:r>
            <a:rPr lang="en-US" dirty="0"/>
            <a:t> </a:t>
          </a:r>
          <a:r>
            <a:rPr lang="en-US" dirty="0" err="1"/>
            <a:t>internas</a:t>
          </a:r>
          <a:r>
            <a:rPr lang="en-US" dirty="0"/>
            <a:t> o de </a:t>
          </a:r>
          <a:r>
            <a:rPr lang="en-US" dirty="0" err="1"/>
            <a:t>certificación</a:t>
          </a:r>
          <a:endParaRPr lang="en-US" dirty="0"/>
        </a:p>
      </dgm:t>
    </dgm:pt>
    <dgm:pt modelId="{4E120C41-A0DB-40FC-AFD0-E873409117A8}" type="parTrans" cxnId="{25F6BB89-54F9-448D-B407-DB7703B6ABD6}">
      <dgm:prSet/>
      <dgm:spPr/>
      <dgm:t>
        <a:bodyPr/>
        <a:lstStyle/>
        <a:p>
          <a:endParaRPr lang="en-US"/>
        </a:p>
      </dgm:t>
    </dgm:pt>
    <dgm:pt modelId="{680B65A8-B519-4DBA-A0EF-28EF83C14EF3}" type="sibTrans" cxnId="{25F6BB89-54F9-448D-B407-DB7703B6ABD6}">
      <dgm:prSet/>
      <dgm:spPr/>
      <dgm:t>
        <a:bodyPr/>
        <a:lstStyle/>
        <a:p>
          <a:endParaRPr lang="en-US"/>
        </a:p>
      </dgm:t>
    </dgm:pt>
    <dgm:pt modelId="{C85405B6-E3AE-4280-968E-B5C508BAB52C}">
      <dgm:prSet phldrT="[Texto]" custT="1"/>
      <dgm:spPr/>
      <dgm:t>
        <a:bodyPr/>
        <a:lstStyle/>
        <a:p>
          <a:r>
            <a:rPr lang="en-US" sz="2000" dirty="0" err="1"/>
            <a:t>Gestión</a:t>
          </a:r>
          <a:r>
            <a:rPr lang="en-US" sz="2000" dirty="0"/>
            <a:t> del </a:t>
          </a:r>
          <a:r>
            <a:rPr lang="en-US" sz="2000" dirty="0" err="1"/>
            <a:t>riesgo</a:t>
          </a:r>
          <a:endParaRPr lang="en-US" sz="2000" dirty="0"/>
        </a:p>
      </dgm:t>
    </dgm:pt>
    <dgm:pt modelId="{94119CE3-442B-47A7-A391-47567186D795}" type="parTrans" cxnId="{832B610D-17A8-4B38-B9F5-BE049C1A7657}">
      <dgm:prSet/>
      <dgm:spPr/>
      <dgm:t>
        <a:bodyPr/>
        <a:lstStyle/>
        <a:p>
          <a:endParaRPr lang="en-US"/>
        </a:p>
      </dgm:t>
    </dgm:pt>
    <dgm:pt modelId="{6F97BAD7-C151-4358-96FC-38FA5FBA762F}" type="sibTrans" cxnId="{832B610D-17A8-4B38-B9F5-BE049C1A7657}">
      <dgm:prSet/>
      <dgm:spPr/>
      <dgm:t>
        <a:bodyPr/>
        <a:lstStyle/>
        <a:p>
          <a:endParaRPr lang="en-US"/>
        </a:p>
      </dgm:t>
    </dgm:pt>
    <dgm:pt modelId="{AF0D10BD-431E-429D-BB98-0604D5099B53}">
      <dgm:prSet phldrT="[Texto]"/>
      <dgm:spPr/>
      <dgm:t>
        <a:bodyPr/>
        <a:lstStyle/>
        <a:p>
          <a:r>
            <a:rPr lang="en-US" dirty="0" err="1"/>
            <a:t>Evaluación</a:t>
          </a:r>
          <a:r>
            <a:rPr lang="en-US" dirty="0"/>
            <a:t> continua de </a:t>
          </a:r>
          <a:r>
            <a:rPr lang="en-US" dirty="0" err="1"/>
            <a:t>riesgos</a:t>
          </a:r>
          <a:r>
            <a:rPr lang="en-US" dirty="0"/>
            <a:t> </a:t>
          </a:r>
          <a:r>
            <a:rPr lang="en-US" dirty="0" err="1"/>
            <a:t>operativos</a:t>
          </a:r>
          <a:r>
            <a:rPr lang="en-US" dirty="0"/>
            <a:t>, </a:t>
          </a:r>
          <a:r>
            <a:rPr lang="en-US" dirty="0" err="1"/>
            <a:t>técnicos</a:t>
          </a:r>
          <a:r>
            <a:rPr lang="en-US" dirty="0"/>
            <a:t> y </a:t>
          </a:r>
          <a:r>
            <a:rPr lang="en-US" dirty="0" err="1"/>
            <a:t>regulatorios</a:t>
          </a:r>
          <a:r>
            <a:rPr lang="en-US" dirty="0"/>
            <a:t>. Planes de </a:t>
          </a:r>
          <a:r>
            <a:rPr lang="en-US" dirty="0" err="1"/>
            <a:t>continuidad</a:t>
          </a:r>
          <a:r>
            <a:rPr lang="en-US" dirty="0"/>
            <a:t>, </a:t>
          </a:r>
          <a:r>
            <a:rPr lang="en-US" dirty="0" err="1"/>
            <a:t>recuperación</a:t>
          </a:r>
          <a:r>
            <a:rPr lang="en-US" dirty="0"/>
            <a:t> y </a:t>
          </a:r>
          <a:r>
            <a:rPr lang="en-US" dirty="0" err="1"/>
            <a:t>simulacros</a:t>
          </a:r>
          <a:r>
            <a:rPr lang="en-US" dirty="0"/>
            <a:t> de </a:t>
          </a:r>
          <a:r>
            <a:rPr lang="en-US" dirty="0" err="1"/>
            <a:t>crisos</a:t>
          </a:r>
          <a:endParaRPr lang="en-US" dirty="0"/>
        </a:p>
      </dgm:t>
    </dgm:pt>
    <dgm:pt modelId="{00BF9395-538D-4543-B957-C8DA9C578A10}" type="parTrans" cxnId="{D2E25F97-E840-42FF-9860-4FB8BBF743C6}">
      <dgm:prSet/>
      <dgm:spPr/>
      <dgm:t>
        <a:bodyPr/>
        <a:lstStyle/>
        <a:p>
          <a:endParaRPr lang="en-US"/>
        </a:p>
      </dgm:t>
    </dgm:pt>
    <dgm:pt modelId="{922D16CB-E0B7-4672-AA19-8E7A09E21EC8}" type="sibTrans" cxnId="{D2E25F97-E840-42FF-9860-4FB8BBF743C6}">
      <dgm:prSet/>
      <dgm:spPr/>
      <dgm:t>
        <a:bodyPr/>
        <a:lstStyle/>
        <a:p>
          <a:endParaRPr lang="en-US"/>
        </a:p>
      </dgm:t>
    </dgm:pt>
    <dgm:pt modelId="{694A3AC5-1696-4319-AD42-094E752EC21F}">
      <dgm:prSet custT="1"/>
      <dgm:spPr/>
      <dgm:t>
        <a:bodyPr/>
        <a:lstStyle/>
        <a:p>
          <a:r>
            <a:rPr lang="en-US" sz="1300" dirty="0" err="1"/>
            <a:t>Dirección</a:t>
          </a:r>
          <a:r>
            <a:rPr lang="en-US" sz="1300" dirty="0"/>
            <a:t> de </a:t>
          </a:r>
          <a:r>
            <a:rPr lang="en-US" sz="1300" dirty="0" err="1"/>
            <a:t>proveedores</a:t>
          </a:r>
          <a:endParaRPr lang="en-US" sz="1300" dirty="0"/>
        </a:p>
      </dgm:t>
    </dgm:pt>
    <dgm:pt modelId="{39C33E04-0A30-42ED-B8DE-3C7062BDB515}" type="parTrans" cxnId="{DAD5025A-3BBC-408D-A90E-3BB6250C85C2}">
      <dgm:prSet/>
      <dgm:spPr/>
      <dgm:t>
        <a:bodyPr/>
        <a:lstStyle/>
        <a:p>
          <a:endParaRPr lang="en-US"/>
        </a:p>
      </dgm:t>
    </dgm:pt>
    <dgm:pt modelId="{0449001C-119B-4D7F-8FB1-DC979CB3C0DB}" type="sibTrans" cxnId="{DAD5025A-3BBC-408D-A90E-3BB6250C85C2}">
      <dgm:prSet/>
      <dgm:spPr/>
      <dgm:t>
        <a:bodyPr/>
        <a:lstStyle/>
        <a:p>
          <a:endParaRPr lang="en-US"/>
        </a:p>
      </dgm:t>
    </dgm:pt>
    <dgm:pt modelId="{D6BC93B1-B7FD-4274-9C25-C3FADACD29F4}">
      <dgm:prSet custT="1"/>
      <dgm:spPr/>
      <dgm:t>
        <a:bodyPr/>
        <a:lstStyle/>
        <a:p>
          <a:r>
            <a:rPr lang="en-US" sz="2000" dirty="0"/>
            <a:t>Reporting</a:t>
          </a:r>
        </a:p>
      </dgm:t>
    </dgm:pt>
    <dgm:pt modelId="{9DC53552-8CE6-47AE-8EA5-8425D6EA761A}" type="parTrans" cxnId="{5A2EC23A-240E-44A0-B47D-2D3C031429DA}">
      <dgm:prSet/>
      <dgm:spPr/>
      <dgm:t>
        <a:bodyPr/>
        <a:lstStyle/>
        <a:p>
          <a:endParaRPr lang="en-US"/>
        </a:p>
      </dgm:t>
    </dgm:pt>
    <dgm:pt modelId="{758171B0-9923-4C6C-8F18-283A48DBB92D}" type="sibTrans" cxnId="{5A2EC23A-240E-44A0-B47D-2D3C031429DA}">
      <dgm:prSet/>
      <dgm:spPr/>
      <dgm:t>
        <a:bodyPr/>
        <a:lstStyle/>
        <a:p>
          <a:endParaRPr lang="en-US"/>
        </a:p>
      </dgm:t>
    </dgm:pt>
    <dgm:pt modelId="{41ABE1F9-2292-492A-AF81-E2D25665CFFE}">
      <dgm:prSet/>
      <dgm:spPr/>
      <dgm:t>
        <a:bodyPr/>
        <a:lstStyle/>
        <a:p>
          <a:r>
            <a:rPr lang="en-US" dirty="0" err="1"/>
            <a:t>Supervisión</a:t>
          </a:r>
          <a:r>
            <a:rPr lang="en-US" dirty="0"/>
            <a:t> de </a:t>
          </a:r>
          <a:r>
            <a:rPr lang="en-US" dirty="0" err="1"/>
            <a:t>contratos</a:t>
          </a:r>
          <a:r>
            <a:rPr lang="en-US" dirty="0"/>
            <a:t>, </a:t>
          </a:r>
          <a:r>
            <a:rPr lang="en-US" dirty="0" err="1"/>
            <a:t>clausulas</a:t>
          </a:r>
          <a:r>
            <a:rPr lang="en-US" dirty="0"/>
            <a:t> de </a:t>
          </a:r>
          <a:r>
            <a:rPr lang="en-US" dirty="0" err="1"/>
            <a:t>seguridad</a:t>
          </a:r>
          <a:r>
            <a:rPr lang="en-US" dirty="0"/>
            <a:t>, SLA y compliance de </a:t>
          </a:r>
          <a:r>
            <a:rPr lang="en-US" dirty="0" err="1"/>
            <a:t>terceros</a:t>
          </a:r>
          <a:r>
            <a:rPr lang="en-US" dirty="0"/>
            <a:t>. </a:t>
          </a:r>
          <a:r>
            <a:rPr lang="en-US" dirty="0" err="1"/>
            <a:t>Evaluación</a:t>
          </a:r>
          <a:r>
            <a:rPr lang="en-US" dirty="0"/>
            <a:t> de la </a:t>
          </a:r>
          <a:r>
            <a:rPr lang="en-US" dirty="0" err="1"/>
            <a:t>cadena</a:t>
          </a:r>
          <a:r>
            <a:rPr lang="en-US" dirty="0"/>
            <a:t> de </a:t>
          </a:r>
          <a:r>
            <a:rPr lang="en-US" dirty="0" err="1"/>
            <a:t>suministro</a:t>
          </a:r>
          <a:r>
            <a:rPr lang="en-US" dirty="0"/>
            <a:t>.</a:t>
          </a:r>
        </a:p>
      </dgm:t>
    </dgm:pt>
    <dgm:pt modelId="{F30F3D18-C2C7-4FBD-8EDC-9B8027B0EF00}" type="parTrans" cxnId="{BA0C2783-7D3C-4181-85E3-776D14ED93BA}">
      <dgm:prSet/>
      <dgm:spPr/>
      <dgm:t>
        <a:bodyPr/>
        <a:lstStyle/>
        <a:p>
          <a:endParaRPr lang="en-US"/>
        </a:p>
      </dgm:t>
    </dgm:pt>
    <dgm:pt modelId="{BB4B0745-4065-4C96-AD32-F7E33D217596}" type="sibTrans" cxnId="{BA0C2783-7D3C-4181-85E3-776D14ED93BA}">
      <dgm:prSet/>
      <dgm:spPr/>
      <dgm:t>
        <a:bodyPr/>
        <a:lstStyle/>
        <a:p>
          <a:endParaRPr lang="en-US"/>
        </a:p>
      </dgm:t>
    </dgm:pt>
    <dgm:pt modelId="{06A11119-D728-44AF-978C-0B37AA132CFD}">
      <dgm:prSet/>
      <dgm:spPr/>
      <dgm:t>
        <a:bodyPr/>
        <a:lstStyle/>
        <a:p>
          <a:r>
            <a:rPr lang="en-US" dirty="0" err="1"/>
            <a:t>Interlocución</a:t>
          </a:r>
          <a:r>
            <a:rPr lang="en-US" dirty="0"/>
            <a:t> </a:t>
          </a:r>
          <a:r>
            <a:rPr lang="en-US" dirty="0" err="1"/>
            <a:t>directa</a:t>
          </a:r>
          <a:r>
            <a:rPr lang="en-US" dirty="0"/>
            <a:t> con la </a:t>
          </a:r>
          <a:r>
            <a:rPr lang="en-US" dirty="0" err="1"/>
            <a:t>dirección</a:t>
          </a:r>
          <a:r>
            <a:rPr lang="en-US" dirty="0"/>
            <a:t> y </a:t>
          </a:r>
          <a:r>
            <a:rPr lang="en-US" dirty="0" err="1"/>
            <a:t>el</a:t>
          </a:r>
          <a:r>
            <a:rPr lang="en-US" dirty="0"/>
            <a:t> </a:t>
          </a:r>
          <a:r>
            <a:rPr lang="en-US" dirty="0" err="1"/>
            <a:t>consejo</a:t>
          </a:r>
          <a:r>
            <a:rPr lang="en-US" dirty="0"/>
            <a:t>. </a:t>
          </a:r>
          <a:r>
            <a:rPr lang="en-US" dirty="0" err="1"/>
            <a:t>Reportes</a:t>
          </a:r>
          <a:r>
            <a:rPr lang="en-US" dirty="0"/>
            <a:t> </a:t>
          </a:r>
          <a:r>
            <a:rPr lang="en-US" dirty="0" err="1"/>
            <a:t>ejecutivos</a:t>
          </a:r>
          <a:r>
            <a:rPr lang="en-US" dirty="0"/>
            <a:t> y dashboards de </a:t>
          </a:r>
          <a:r>
            <a:rPr lang="en-US" dirty="0" err="1"/>
            <a:t>madurez</a:t>
          </a:r>
          <a:r>
            <a:rPr lang="en-US" dirty="0"/>
            <a:t>, </a:t>
          </a:r>
          <a:r>
            <a:rPr lang="en-US" dirty="0" err="1"/>
            <a:t>priorización</a:t>
          </a:r>
          <a:r>
            <a:rPr lang="en-US" dirty="0"/>
            <a:t> </a:t>
          </a:r>
          <a:r>
            <a:rPr lang="en-US" dirty="0" err="1"/>
            <a:t>presupuestaria</a:t>
          </a:r>
          <a:r>
            <a:rPr lang="en-US" dirty="0"/>
            <a:t>, y roadmap de </a:t>
          </a:r>
          <a:r>
            <a:rPr lang="en-US" dirty="0" err="1"/>
            <a:t>evolución</a:t>
          </a:r>
          <a:r>
            <a:rPr lang="en-US" dirty="0"/>
            <a:t>.</a:t>
          </a:r>
        </a:p>
      </dgm:t>
    </dgm:pt>
    <dgm:pt modelId="{EF317E18-6715-4F3A-B838-760D161434E5}" type="parTrans" cxnId="{4BFE3ADF-1104-477C-A12B-722F609464FB}">
      <dgm:prSet/>
      <dgm:spPr/>
      <dgm:t>
        <a:bodyPr/>
        <a:lstStyle/>
        <a:p>
          <a:endParaRPr lang="en-US"/>
        </a:p>
      </dgm:t>
    </dgm:pt>
    <dgm:pt modelId="{055E53E7-3718-4CE6-9712-79BE6D18A259}" type="sibTrans" cxnId="{4BFE3ADF-1104-477C-A12B-722F609464FB}">
      <dgm:prSet/>
      <dgm:spPr/>
      <dgm:t>
        <a:bodyPr/>
        <a:lstStyle/>
        <a:p>
          <a:endParaRPr lang="en-US"/>
        </a:p>
      </dgm:t>
    </dgm:pt>
    <dgm:pt modelId="{D635988D-84F1-4A12-B75D-10E1E0BDCCDC}" type="pres">
      <dgm:prSet presAssocID="{D3E2EEFA-A9BD-48B0-8C36-88FA287D1425}" presName="linearFlow" presStyleCnt="0">
        <dgm:presLayoutVars>
          <dgm:dir/>
          <dgm:animLvl val="lvl"/>
          <dgm:resizeHandles val="exact"/>
        </dgm:presLayoutVars>
      </dgm:prSet>
      <dgm:spPr/>
    </dgm:pt>
    <dgm:pt modelId="{471CC4CF-72C6-4FF9-8220-D5F885A72FD9}" type="pres">
      <dgm:prSet presAssocID="{0DB14558-AB63-4871-B195-CAFFCA9C232C}" presName="composite" presStyleCnt="0"/>
      <dgm:spPr/>
    </dgm:pt>
    <dgm:pt modelId="{097B5E7C-7DC1-4967-A471-0C8783B96D98}" type="pres">
      <dgm:prSet presAssocID="{0DB14558-AB63-4871-B195-CAFFCA9C232C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5DDF99A9-0636-4703-9AED-82A3AA6997AC}" type="pres">
      <dgm:prSet presAssocID="{0DB14558-AB63-4871-B195-CAFFCA9C232C}" presName="descendantText" presStyleLbl="alignAcc1" presStyleIdx="0" presStyleCnt="5">
        <dgm:presLayoutVars>
          <dgm:bulletEnabled val="1"/>
        </dgm:presLayoutVars>
      </dgm:prSet>
      <dgm:spPr/>
    </dgm:pt>
    <dgm:pt modelId="{B8E61C6B-5F86-4203-9F6A-2A5C4A9B017C}" type="pres">
      <dgm:prSet presAssocID="{EC9AE58C-EA8F-42A5-AD50-36D23ACD7EA5}" presName="sp" presStyleCnt="0"/>
      <dgm:spPr/>
    </dgm:pt>
    <dgm:pt modelId="{89796AD5-6919-4507-896C-4B8016424B59}" type="pres">
      <dgm:prSet presAssocID="{7D8145F7-9154-4DA4-B2B2-0886FF3F24D1}" presName="composite" presStyleCnt="0"/>
      <dgm:spPr/>
    </dgm:pt>
    <dgm:pt modelId="{AD444DE8-E666-46BB-81C5-9777AD69375E}" type="pres">
      <dgm:prSet presAssocID="{7D8145F7-9154-4DA4-B2B2-0886FF3F24D1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74A3A30C-7C1B-4600-B47B-3CD366E70D4C}" type="pres">
      <dgm:prSet presAssocID="{7D8145F7-9154-4DA4-B2B2-0886FF3F24D1}" presName="descendantText" presStyleLbl="alignAcc1" presStyleIdx="1" presStyleCnt="5">
        <dgm:presLayoutVars>
          <dgm:bulletEnabled val="1"/>
        </dgm:presLayoutVars>
      </dgm:prSet>
      <dgm:spPr/>
    </dgm:pt>
    <dgm:pt modelId="{458452EB-B115-4EDB-A599-020B5C26D730}" type="pres">
      <dgm:prSet presAssocID="{88637566-E057-44A2-B4F3-61BCC024F923}" presName="sp" presStyleCnt="0"/>
      <dgm:spPr/>
    </dgm:pt>
    <dgm:pt modelId="{2E8AD4A9-5D4B-4D1B-AE29-3275D310CC04}" type="pres">
      <dgm:prSet presAssocID="{C85405B6-E3AE-4280-968E-B5C508BAB52C}" presName="composite" presStyleCnt="0"/>
      <dgm:spPr/>
    </dgm:pt>
    <dgm:pt modelId="{79386133-AA57-423C-AA25-D241E925D8BD}" type="pres">
      <dgm:prSet presAssocID="{C85405B6-E3AE-4280-968E-B5C508BAB52C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EC6C3E4D-47F1-47F1-AEB2-BE697EE8E2FE}" type="pres">
      <dgm:prSet presAssocID="{C85405B6-E3AE-4280-968E-B5C508BAB52C}" presName="descendantText" presStyleLbl="alignAcc1" presStyleIdx="2" presStyleCnt="5">
        <dgm:presLayoutVars>
          <dgm:bulletEnabled val="1"/>
        </dgm:presLayoutVars>
      </dgm:prSet>
      <dgm:spPr/>
    </dgm:pt>
    <dgm:pt modelId="{33A7D6E5-5F4D-4446-A365-81623711C94A}" type="pres">
      <dgm:prSet presAssocID="{6F97BAD7-C151-4358-96FC-38FA5FBA762F}" presName="sp" presStyleCnt="0"/>
      <dgm:spPr/>
    </dgm:pt>
    <dgm:pt modelId="{4C400C62-FC95-4382-8048-E5C43FC04C5B}" type="pres">
      <dgm:prSet presAssocID="{694A3AC5-1696-4319-AD42-094E752EC21F}" presName="composite" presStyleCnt="0"/>
      <dgm:spPr/>
    </dgm:pt>
    <dgm:pt modelId="{16384084-D561-455D-8029-0B0221D1E60F}" type="pres">
      <dgm:prSet presAssocID="{694A3AC5-1696-4319-AD42-094E752EC21F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8348174E-24FB-4F57-84A3-63E7082CCDF8}" type="pres">
      <dgm:prSet presAssocID="{694A3AC5-1696-4319-AD42-094E752EC21F}" presName="descendantText" presStyleLbl="alignAcc1" presStyleIdx="3" presStyleCnt="5">
        <dgm:presLayoutVars>
          <dgm:bulletEnabled val="1"/>
        </dgm:presLayoutVars>
      </dgm:prSet>
      <dgm:spPr/>
    </dgm:pt>
    <dgm:pt modelId="{AC16FA38-FF50-4630-AA88-6892F71C560E}" type="pres">
      <dgm:prSet presAssocID="{0449001C-119B-4D7F-8FB1-DC979CB3C0DB}" presName="sp" presStyleCnt="0"/>
      <dgm:spPr/>
    </dgm:pt>
    <dgm:pt modelId="{1752223D-5759-41E5-99EC-215638F23B54}" type="pres">
      <dgm:prSet presAssocID="{D6BC93B1-B7FD-4274-9C25-C3FADACD29F4}" presName="composite" presStyleCnt="0"/>
      <dgm:spPr/>
    </dgm:pt>
    <dgm:pt modelId="{62A47CF8-5011-4E5A-9655-D6023595901D}" type="pres">
      <dgm:prSet presAssocID="{D6BC93B1-B7FD-4274-9C25-C3FADACD29F4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88E6F605-85FE-48E4-8CF5-6915B0E1FD00}" type="pres">
      <dgm:prSet presAssocID="{D6BC93B1-B7FD-4274-9C25-C3FADACD29F4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832B610D-17A8-4B38-B9F5-BE049C1A7657}" srcId="{D3E2EEFA-A9BD-48B0-8C36-88FA287D1425}" destId="{C85405B6-E3AE-4280-968E-B5C508BAB52C}" srcOrd="2" destOrd="0" parTransId="{94119CE3-442B-47A7-A391-47567186D795}" sibTransId="{6F97BAD7-C151-4358-96FC-38FA5FBA762F}"/>
    <dgm:cxn modelId="{E739520F-8235-4761-ACC5-219DEE99701F}" srcId="{D3E2EEFA-A9BD-48B0-8C36-88FA287D1425}" destId="{0DB14558-AB63-4871-B195-CAFFCA9C232C}" srcOrd="0" destOrd="0" parTransId="{90E1BD09-0CCE-402E-84AB-0F4ABFC7E157}" sibTransId="{EC9AE58C-EA8F-42A5-AD50-36D23ACD7EA5}"/>
    <dgm:cxn modelId="{BC104E28-7712-45CC-B410-DFDDBD54BAD7}" type="presOf" srcId="{3CD1A735-3FD8-4294-905A-296E658E83A3}" destId="{5DDF99A9-0636-4703-9AED-82A3AA6997AC}" srcOrd="0" destOrd="0" presId="urn:microsoft.com/office/officeart/2005/8/layout/chevron2"/>
    <dgm:cxn modelId="{236D8731-A835-43CC-9C3D-B242CFB738C1}" type="presOf" srcId="{4CCD538F-613C-4963-B451-FD464FC3FF2F}" destId="{74A3A30C-7C1B-4600-B47B-3CD366E70D4C}" srcOrd="0" destOrd="0" presId="urn:microsoft.com/office/officeart/2005/8/layout/chevron2"/>
    <dgm:cxn modelId="{5A2EC23A-240E-44A0-B47D-2D3C031429DA}" srcId="{D3E2EEFA-A9BD-48B0-8C36-88FA287D1425}" destId="{D6BC93B1-B7FD-4274-9C25-C3FADACD29F4}" srcOrd="4" destOrd="0" parTransId="{9DC53552-8CE6-47AE-8EA5-8425D6EA761A}" sibTransId="{758171B0-9923-4C6C-8F18-283A48DBB92D}"/>
    <dgm:cxn modelId="{451E5D4A-2D91-4A6B-B292-4082A00BA641}" type="presOf" srcId="{694A3AC5-1696-4319-AD42-094E752EC21F}" destId="{16384084-D561-455D-8029-0B0221D1E60F}" srcOrd="0" destOrd="0" presId="urn:microsoft.com/office/officeart/2005/8/layout/chevron2"/>
    <dgm:cxn modelId="{7FF5E46A-6CD6-4615-8C32-5315A56B49D4}" type="presOf" srcId="{7D8145F7-9154-4DA4-B2B2-0886FF3F24D1}" destId="{AD444DE8-E666-46BB-81C5-9777AD69375E}" srcOrd="0" destOrd="0" presId="urn:microsoft.com/office/officeart/2005/8/layout/chevron2"/>
    <dgm:cxn modelId="{B194EA4A-D0CA-45FD-82BE-2F0867E6D2A1}" srcId="{D3E2EEFA-A9BD-48B0-8C36-88FA287D1425}" destId="{7D8145F7-9154-4DA4-B2B2-0886FF3F24D1}" srcOrd="1" destOrd="0" parTransId="{257464DD-0526-4B09-AAD7-E8B9ABFDAC57}" sibTransId="{88637566-E057-44A2-B4F3-61BCC024F923}"/>
    <dgm:cxn modelId="{DAD5025A-3BBC-408D-A90E-3BB6250C85C2}" srcId="{D3E2EEFA-A9BD-48B0-8C36-88FA287D1425}" destId="{694A3AC5-1696-4319-AD42-094E752EC21F}" srcOrd="3" destOrd="0" parTransId="{39C33E04-0A30-42ED-B8DE-3C7062BDB515}" sibTransId="{0449001C-119B-4D7F-8FB1-DC979CB3C0DB}"/>
    <dgm:cxn modelId="{BA0C2783-7D3C-4181-85E3-776D14ED93BA}" srcId="{694A3AC5-1696-4319-AD42-094E752EC21F}" destId="{41ABE1F9-2292-492A-AF81-E2D25665CFFE}" srcOrd="0" destOrd="0" parTransId="{F30F3D18-C2C7-4FBD-8EDC-9B8027B0EF00}" sibTransId="{BB4B0745-4065-4C96-AD32-F7E33D217596}"/>
    <dgm:cxn modelId="{45AAF186-3D73-477A-BB14-A5E594989411}" type="presOf" srcId="{D3E2EEFA-A9BD-48B0-8C36-88FA287D1425}" destId="{D635988D-84F1-4A12-B75D-10E1E0BDCCDC}" srcOrd="0" destOrd="0" presId="urn:microsoft.com/office/officeart/2005/8/layout/chevron2"/>
    <dgm:cxn modelId="{25F6BB89-54F9-448D-B407-DB7703B6ABD6}" srcId="{7D8145F7-9154-4DA4-B2B2-0886FF3F24D1}" destId="{4CCD538F-613C-4963-B451-FD464FC3FF2F}" srcOrd="0" destOrd="0" parTransId="{4E120C41-A0DB-40FC-AFD0-E873409117A8}" sibTransId="{680B65A8-B519-4DBA-A0EF-28EF83C14EF3}"/>
    <dgm:cxn modelId="{D2E25F97-E840-42FF-9860-4FB8BBF743C6}" srcId="{C85405B6-E3AE-4280-968E-B5C508BAB52C}" destId="{AF0D10BD-431E-429D-BB98-0604D5099B53}" srcOrd="0" destOrd="0" parTransId="{00BF9395-538D-4543-B957-C8DA9C578A10}" sibTransId="{922D16CB-E0B7-4672-AA19-8E7A09E21EC8}"/>
    <dgm:cxn modelId="{3B080D99-A933-42E4-9A96-CF17A6F8591B}" type="presOf" srcId="{06A11119-D728-44AF-978C-0B37AA132CFD}" destId="{88E6F605-85FE-48E4-8CF5-6915B0E1FD00}" srcOrd="0" destOrd="0" presId="urn:microsoft.com/office/officeart/2005/8/layout/chevron2"/>
    <dgm:cxn modelId="{63C23CA3-3B8A-4597-967B-AE6E23B28D4C}" type="presOf" srcId="{C85405B6-E3AE-4280-968E-B5C508BAB52C}" destId="{79386133-AA57-423C-AA25-D241E925D8BD}" srcOrd="0" destOrd="0" presId="urn:microsoft.com/office/officeart/2005/8/layout/chevron2"/>
    <dgm:cxn modelId="{3558CFB6-D893-421E-9922-3EA6B4E7F26C}" type="presOf" srcId="{41ABE1F9-2292-492A-AF81-E2D25665CFFE}" destId="{8348174E-24FB-4F57-84A3-63E7082CCDF8}" srcOrd="0" destOrd="0" presId="urn:microsoft.com/office/officeart/2005/8/layout/chevron2"/>
    <dgm:cxn modelId="{A1596DC0-7666-475D-83E4-5426530316D6}" srcId="{0DB14558-AB63-4871-B195-CAFFCA9C232C}" destId="{3CD1A735-3FD8-4294-905A-296E658E83A3}" srcOrd="0" destOrd="0" parTransId="{419E47B6-1F54-4B6B-ADB3-54A4799E6E55}" sibTransId="{87B94579-370D-4F41-8F4B-1293925C2561}"/>
    <dgm:cxn modelId="{C25D6AD9-0515-4475-A3F5-C4A5F3EAE0C5}" type="presOf" srcId="{AF0D10BD-431E-429D-BB98-0604D5099B53}" destId="{EC6C3E4D-47F1-47F1-AEB2-BE697EE8E2FE}" srcOrd="0" destOrd="0" presId="urn:microsoft.com/office/officeart/2005/8/layout/chevron2"/>
    <dgm:cxn modelId="{4BFE3ADF-1104-477C-A12B-722F609464FB}" srcId="{D6BC93B1-B7FD-4274-9C25-C3FADACD29F4}" destId="{06A11119-D728-44AF-978C-0B37AA132CFD}" srcOrd="0" destOrd="0" parTransId="{EF317E18-6715-4F3A-B838-760D161434E5}" sibTransId="{055E53E7-3718-4CE6-9712-79BE6D18A259}"/>
    <dgm:cxn modelId="{B66E57E4-FF2A-4649-A099-5844E8B04893}" type="presOf" srcId="{D6BC93B1-B7FD-4274-9C25-C3FADACD29F4}" destId="{62A47CF8-5011-4E5A-9655-D6023595901D}" srcOrd="0" destOrd="0" presId="urn:microsoft.com/office/officeart/2005/8/layout/chevron2"/>
    <dgm:cxn modelId="{61AB7EE7-5A45-4633-8C14-273D562D1C08}" type="presOf" srcId="{0DB14558-AB63-4871-B195-CAFFCA9C232C}" destId="{097B5E7C-7DC1-4967-A471-0C8783B96D98}" srcOrd="0" destOrd="0" presId="urn:microsoft.com/office/officeart/2005/8/layout/chevron2"/>
    <dgm:cxn modelId="{7CE7941B-58BA-460B-82D8-6AF686F44A42}" type="presParOf" srcId="{D635988D-84F1-4A12-B75D-10E1E0BDCCDC}" destId="{471CC4CF-72C6-4FF9-8220-D5F885A72FD9}" srcOrd="0" destOrd="0" presId="urn:microsoft.com/office/officeart/2005/8/layout/chevron2"/>
    <dgm:cxn modelId="{84E3750F-5FA7-4B50-A5C2-8D3B0D404CDE}" type="presParOf" srcId="{471CC4CF-72C6-4FF9-8220-D5F885A72FD9}" destId="{097B5E7C-7DC1-4967-A471-0C8783B96D98}" srcOrd="0" destOrd="0" presId="urn:microsoft.com/office/officeart/2005/8/layout/chevron2"/>
    <dgm:cxn modelId="{29A6E7E1-711C-45C9-B659-163ED2AF817E}" type="presParOf" srcId="{471CC4CF-72C6-4FF9-8220-D5F885A72FD9}" destId="{5DDF99A9-0636-4703-9AED-82A3AA6997AC}" srcOrd="1" destOrd="0" presId="urn:microsoft.com/office/officeart/2005/8/layout/chevron2"/>
    <dgm:cxn modelId="{AD6AD214-8EFA-4DD6-B495-48DAF0B6DB58}" type="presParOf" srcId="{D635988D-84F1-4A12-B75D-10E1E0BDCCDC}" destId="{B8E61C6B-5F86-4203-9F6A-2A5C4A9B017C}" srcOrd="1" destOrd="0" presId="urn:microsoft.com/office/officeart/2005/8/layout/chevron2"/>
    <dgm:cxn modelId="{8422B8AD-527D-4B36-BA08-D66C83F68DEA}" type="presParOf" srcId="{D635988D-84F1-4A12-B75D-10E1E0BDCCDC}" destId="{89796AD5-6919-4507-896C-4B8016424B59}" srcOrd="2" destOrd="0" presId="urn:microsoft.com/office/officeart/2005/8/layout/chevron2"/>
    <dgm:cxn modelId="{BD2E9461-5855-466D-81AB-FB943FFEBD83}" type="presParOf" srcId="{89796AD5-6919-4507-896C-4B8016424B59}" destId="{AD444DE8-E666-46BB-81C5-9777AD69375E}" srcOrd="0" destOrd="0" presId="urn:microsoft.com/office/officeart/2005/8/layout/chevron2"/>
    <dgm:cxn modelId="{C2782A9D-9C82-4E64-9F10-B79A1A9FB6D7}" type="presParOf" srcId="{89796AD5-6919-4507-896C-4B8016424B59}" destId="{74A3A30C-7C1B-4600-B47B-3CD366E70D4C}" srcOrd="1" destOrd="0" presId="urn:microsoft.com/office/officeart/2005/8/layout/chevron2"/>
    <dgm:cxn modelId="{D7B00072-9281-4F08-9E53-5BB9F5EF7E74}" type="presParOf" srcId="{D635988D-84F1-4A12-B75D-10E1E0BDCCDC}" destId="{458452EB-B115-4EDB-A599-020B5C26D730}" srcOrd="3" destOrd="0" presId="urn:microsoft.com/office/officeart/2005/8/layout/chevron2"/>
    <dgm:cxn modelId="{84A4BD09-7CB8-44F0-B645-FF275765D821}" type="presParOf" srcId="{D635988D-84F1-4A12-B75D-10E1E0BDCCDC}" destId="{2E8AD4A9-5D4B-4D1B-AE29-3275D310CC04}" srcOrd="4" destOrd="0" presId="urn:microsoft.com/office/officeart/2005/8/layout/chevron2"/>
    <dgm:cxn modelId="{17556544-9F3F-4543-97A4-2611714653F3}" type="presParOf" srcId="{2E8AD4A9-5D4B-4D1B-AE29-3275D310CC04}" destId="{79386133-AA57-423C-AA25-D241E925D8BD}" srcOrd="0" destOrd="0" presId="urn:microsoft.com/office/officeart/2005/8/layout/chevron2"/>
    <dgm:cxn modelId="{1D3B58C0-0258-4141-AD58-72D2BBC20607}" type="presParOf" srcId="{2E8AD4A9-5D4B-4D1B-AE29-3275D310CC04}" destId="{EC6C3E4D-47F1-47F1-AEB2-BE697EE8E2FE}" srcOrd="1" destOrd="0" presId="urn:microsoft.com/office/officeart/2005/8/layout/chevron2"/>
    <dgm:cxn modelId="{A1AC1AD5-336C-4C67-B0FC-C9910960B260}" type="presParOf" srcId="{D635988D-84F1-4A12-B75D-10E1E0BDCCDC}" destId="{33A7D6E5-5F4D-4446-A365-81623711C94A}" srcOrd="5" destOrd="0" presId="urn:microsoft.com/office/officeart/2005/8/layout/chevron2"/>
    <dgm:cxn modelId="{4B84D2E9-17D3-4041-887E-D072F138A26E}" type="presParOf" srcId="{D635988D-84F1-4A12-B75D-10E1E0BDCCDC}" destId="{4C400C62-FC95-4382-8048-E5C43FC04C5B}" srcOrd="6" destOrd="0" presId="urn:microsoft.com/office/officeart/2005/8/layout/chevron2"/>
    <dgm:cxn modelId="{8FE5CDFD-E370-474A-B88A-541E89AEE95D}" type="presParOf" srcId="{4C400C62-FC95-4382-8048-E5C43FC04C5B}" destId="{16384084-D561-455D-8029-0B0221D1E60F}" srcOrd="0" destOrd="0" presId="urn:microsoft.com/office/officeart/2005/8/layout/chevron2"/>
    <dgm:cxn modelId="{F29E7AC9-1694-40D8-8A2F-A9CD075DF020}" type="presParOf" srcId="{4C400C62-FC95-4382-8048-E5C43FC04C5B}" destId="{8348174E-24FB-4F57-84A3-63E7082CCDF8}" srcOrd="1" destOrd="0" presId="urn:microsoft.com/office/officeart/2005/8/layout/chevron2"/>
    <dgm:cxn modelId="{D1B371F3-CEAB-4B14-9170-43C99DA22452}" type="presParOf" srcId="{D635988D-84F1-4A12-B75D-10E1E0BDCCDC}" destId="{AC16FA38-FF50-4630-AA88-6892F71C560E}" srcOrd="7" destOrd="0" presId="urn:microsoft.com/office/officeart/2005/8/layout/chevron2"/>
    <dgm:cxn modelId="{DAD47ECA-C8BA-46BF-B50D-87D0546D9277}" type="presParOf" srcId="{D635988D-84F1-4A12-B75D-10E1E0BDCCDC}" destId="{1752223D-5759-41E5-99EC-215638F23B54}" srcOrd="8" destOrd="0" presId="urn:microsoft.com/office/officeart/2005/8/layout/chevron2"/>
    <dgm:cxn modelId="{034C04EB-FB1B-40C4-91FC-0C85C38E3B36}" type="presParOf" srcId="{1752223D-5759-41E5-99EC-215638F23B54}" destId="{62A47CF8-5011-4E5A-9655-D6023595901D}" srcOrd="0" destOrd="0" presId="urn:microsoft.com/office/officeart/2005/8/layout/chevron2"/>
    <dgm:cxn modelId="{F5AED1ED-C481-414A-96D7-BB89619C994D}" type="presParOf" srcId="{1752223D-5759-41E5-99EC-215638F23B54}" destId="{88E6F605-85FE-48E4-8CF5-6915B0E1FD0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BA6502-5817-4396-A384-FE7A4DDD6388}">
      <dsp:nvSpPr>
        <dsp:cNvPr id="0" name=""/>
        <dsp:cNvSpPr/>
      </dsp:nvSpPr>
      <dsp:spPr>
        <a:xfrm>
          <a:off x="0" y="1591967"/>
          <a:ext cx="3349982" cy="119389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>
              <a:latin typeface="Exo 2 Black"/>
              <a:ea typeface="+mn-ea"/>
              <a:cs typeface="+mn-cs"/>
            </a:rPr>
            <a:t>Build</a:t>
          </a:r>
          <a:r>
            <a:rPr lang="en-US" sz="3300" kern="1200"/>
            <a:t> </a:t>
          </a:r>
          <a:r>
            <a:rPr lang="en-US" sz="3300" b="1" kern="1200">
              <a:latin typeface="Exo 2 Black"/>
              <a:ea typeface="+mn-ea"/>
              <a:cs typeface="+mn-cs"/>
            </a:rPr>
            <a:t>&amp; Secure</a:t>
          </a:r>
          <a:endParaRPr lang="en-US" sz="3300" b="1" kern="1200" dirty="0">
            <a:latin typeface="Exo 2 Black"/>
            <a:ea typeface="+mn-ea"/>
            <a:cs typeface="+mn-cs"/>
          </a:endParaRPr>
        </a:p>
      </dsp:txBody>
      <dsp:txXfrm>
        <a:off x="0" y="1591967"/>
        <a:ext cx="3349982" cy="1193895"/>
      </dsp:txXfrm>
    </dsp:sp>
    <dsp:sp modelId="{96FFF606-5FAF-46D3-861D-959BE8DF2922}">
      <dsp:nvSpPr>
        <dsp:cNvPr id="0" name=""/>
        <dsp:cNvSpPr/>
      </dsp:nvSpPr>
      <dsp:spPr>
        <a:xfrm>
          <a:off x="3435" y="2755478"/>
          <a:ext cx="3349982" cy="276284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3300" kern="1200" dirty="0"/>
            <a:t>Infraestructura propia, </a:t>
          </a:r>
          <a:r>
            <a:rPr lang="es-ES" sz="3300" kern="1200" dirty="0" err="1"/>
            <a:t>cloud</a:t>
          </a:r>
          <a:r>
            <a:rPr lang="es-ES" sz="3300" kern="1200" dirty="0"/>
            <a:t> soberano y redes Zero-Trust.	</a:t>
          </a:r>
          <a:endParaRPr lang="en-US" sz="3300" kern="1200" dirty="0"/>
        </a:p>
      </dsp:txBody>
      <dsp:txXfrm>
        <a:off x="3435" y="2755478"/>
        <a:ext cx="3349982" cy="2762842"/>
      </dsp:txXfrm>
    </dsp:sp>
    <dsp:sp modelId="{300EA2D9-970F-4102-BE0C-107DFFFA695B}">
      <dsp:nvSpPr>
        <dsp:cNvPr id="0" name=""/>
        <dsp:cNvSpPr/>
      </dsp:nvSpPr>
      <dsp:spPr>
        <a:xfrm>
          <a:off x="3822415" y="1561582"/>
          <a:ext cx="3349982" cy="1193895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>
              <a:latin typeface="Exo 2 Black"/>
              <a:ea typeface="+mn-ea"/>
              <a:cs typeface="+mn-cs"/>
            </a:rPr>
            <a:t>Detect &amp; Simulate</a:t>
          </a:r>
          <a:endParaRPr lang="en-US" sz="3300" b="1" kern="1200" dirty="0">
            <a:latin typeface="Exo 2 Black"/>
            <a:ea typeface="+mn-ea"/>
            <a:cs typeface="+mn-cs"/>
          </a:endParaRPr>
        </a:p>
      </dsp:txBody>
      <dsp:txXfrm>
        <a:off x="3822415" y="1561582"/>
        <a:ext cx="3349982" cy="1193895"/>
      </dsp:txXfrm>
    </dsp:sp>
    <dsp:sp modelId="{67E55691-E68B-4BC1-9FFC-0506E12A3F64}">
      <dsp:nvSpPr>
        <dsp:cNvPr id="0" name=""/>
        <dsp:cNvSpPr/>
      </dsp:nvSpPr>
      <dsp:spPr>
        <a:xfrm>
          <a:off x="3822415" y="2755478"/>
          <a:ext cx="3349982" cy="2762842"/>
        </a:xfrm>
        <a:prstGeom prst="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3300" kern="1200" dirty="0" err="1"/>
            <a:t>Pentesting</a:t>
          </a:r>
          <a:r>
            <a:rPr lang="es-ES" sz="3300" kern="1200" dirty="0"/>
            <a:t>, Red Team y simulaciones que anticipan ataques reales.	</a:t>
          </a:r>
          <a:endParaRPr lang="en-US" sz="3300" kern="1200" dirty="0"/>
        </a:p>
      </dsp:txBody>
      <dsp:txXfrm>
        <a:off x="3822415" y="2755478"/>
        <a:ext cx="3349982" cy="2762842"/>
      </dsp:txXfrm>
    </dsp:sp>
    <dsp:sp modelId="{8CCBAA6E-0996-434B-ADE6-2FB1C826B27E}">
      <dsp:nvSpPr>
        <dsp:cNvPr id="0" name=""/>
        <dsp:cNvSpPr/>
      </dsp:nvSpPr>
      <dsp:spPr>
        <a:xfrm>
          <a:off x="7641395" y="1561582"/>
          <a:ext cx="3349982" cy="1193895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>
              <a:latin typeface="Exo 2 Black"/>
              <a:ea typeface="+mn-ea"/>
              <a:cs typeface="+mn-cs"/>
            </a:rPr>
            <a:t>Operate &amp; Defend</a:t>
          </a:r>
          <a:endParaRPr lang="en-US" sz="3300" b="1" kern="1200" dirty="0">
            <a:latin typeface="Exo 2 Black"/>
            <a:ea typeface="+mn-ea"/>
            <a:cs typeface="+mn-cs"/>
          </a:endParaRPr>
        </a:p>
      </dsp:txBody>
      <dsp:txXfrm>
        <a:off x="7641395" y="1561582"/>
        <a:ext cx="3349982" cy="1193895"/>
      </dsp:txXfrm>
    </dsp:sp>
    <dsp:sp modelId="{EF0F153B-8DB2-40AB-9267-C275DF9D75F7}">
      <dsp:nvSpPr>
        <dsp:cNvPr id="0" name=""/>
        <dsp:cNvSpPr/>
      </dsp:nvSpPr>
      <dsp:spPr>
        <a:xfrm>
          <a:off x="7641395" y="2755478"/>
          <a:ext cx="3349982" cy="2762842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3300" kern="1200" dirty="0"/>
            <a:t>VSOC 24×7, </a:t>
          </a:r>
          <a:r>
            <a:rPr lang="es-ES" sz="3300" kern="1200" dirty="0" err="1"/>
            <a:t>Threat</a:t>
          </a:r>
          <a:r>
            <a:rPr lang="es-ES" sz="3300" kern="1200" dirty="0"/>
            <a:t> </a:t>
          </a:r>
          <a:r>
            <a:rPr lang="es-ES" sz="3300" kern="1200" dirty="0" err="1"/>
            <a:t>Ops</a:t>
          </a:r>
          <a:r>
            <a:rPr lang="es-ES" sz="3300" kern="1200" dirty="0"/>
            <a:t>, DFIR y automatización de respuesta.</a:t>
          </a:r>
          <a:endParaRPr lang="en-US" sz="3300" kern="1200" dirty="0"/>
        </a:p>
      </dsp:txBody>
      <dsp:txXfrm>
        <a:off x="7641395" y="2755478"/>
        <a:ext cx="3349982" cy="27628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BA6502-5817-4396-A384-FE7A4DDD6388}">
      <dsp:nvSpPr>
        <dsp:cNvPr id="0" name=""/>
        <dsp:cNvSpPr/>
      </dsp:nvSpPr>
      <dsp:spPr>
        <a:xfrm>
          <a:off x="1849" y="551410"/>
          <a:ext cx="2921674" cy="112338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>
              <a:latin typeface="Exo 2 Black"/>
              <a:ea typeface="+mn-ea"/>
              <a:cs typeface="+mn-cs"/>
            </a:rPr>
            <a:t>Cloud &amp; Hosting</a:t>
          </a:r>
        </a:p>
      </dsp:txBody>
      <dsp:txXfrm>
        <a:off x="1849" y="551410"/>
        <a:ext cx="2921674" cy="1123386"/>
      </dsp:txXfrm>
    </dsp:sp>
    <dsp:sp modelId="{96FFF606-5FAF-46D3-861D-959BE8DF2922}">
      <dsp:nvSpPr>
        <dsp:cNvPr id="0" name=""/>
        <dsp:cNvSpPr/>
      </dsp:nvSpPr>
      <dsp:spPr>
        <a:xfrm>
          <a:off x="4858" y="1646206"/>
          <a:ext cx="2921674" cy="470767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800" kern="1200" dirty="0"/>
            <a:t>IaaS, PaaS y SaaS </a:t>
          </a:r>
          <a:r>
            <a:rPr lang="en-US" sz="2800" kern="1200" dirty="0" err="1"/>
            <a:t>gestionados</a:t>
          </a:r>
          <a:r>
            <a:rPr lang="en-US" sz="2800" kern="1200" dirty="0"/>
            <a:t>, </a:t>
          </a:r>
          <a:r>
            <a:rPr lang="en-US" sz="2800" kern="1200" dirty="0" err="1"/>
            <a:t>alta</a:t>
          </a:r>
          <a:r>
            <a:rPr lang="en-US" sz="2800" kern="1200" dirty="0"/>
            <a:t> </a:t>
          </a:r>
          <a:r>
            <a:rPr lang="en-US" sz="2800" kern="1200" dirty="0" err="1"/>
            <a:t>disponibilidad</a:t>
          </a:r>
          <a:r>
            <a:rPr lang="en-US" sz="2800" kern="1200" dirty="0"/>
            <a:t>, </a:t>
          </a:r>
          <a:r>
            <a:rPr lang="en-US" sz="2800" kern="1200" dirty="0" err="1"/>
            <a:t>balanceo</a:t>
          </a:r>
          <a:r>
            <a:rPr lang="en-US" sz="2800" kern="1200" dirty="0"/>
            <a:t> y </a:t>
          </a:r>
          <a:r>
            <a:rPr lang="en-US" sz="2800" kern="1200" dirty="0" err="1"/>
            <a:t>rendimiento</a:t>
          </a:r>
          <a:r>
            <a:rPr lang="en-US" sz="2800" kern="1200" dirty="0"/>
            <a:t> extremo. Data centers UE y cloud </a:t>
          </a:r>
          <a:r>
            <a:rPr lang="en-US" sz="2800" kern="1200" dirty="0" err="1"/>
            <a:t>híbrido</a:t>
          </a:r>
          <a:endParaRPr lang="en-US" sz="2800" kern="1200" dirty="0"/>
        </a:p>
      </dsp:txBody>
      <dsp:txXfrm>
        <a:off x="4858" y="1646206"/>
        <a:ext cx="2921674" cy="4707675"/>
      </dsp:txXfrm>
    </dsp:sp>
    <dsp:sp modelId="{300EA2D9-970F-4102-BE0C-107DFFFA695B}">
      <dsp:nvSpPr>
        <dsp:cNvPr id="0" name=""/>
        <dsp:cNvSpPr/>
      </dsp:nvSpPr>
      <dsp:spPr>
        <a:xfrm>
          <a:off x="3335568" y="522820"/>
          <a:ext cx="2921674" cy="1123386"/>
        </a:xfrm>
        <a:prstGeom prst="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>
              <a:latin typeface="Exo 2 Black"/>
              <a:ea typeface="+mn-ea"/>
              <a:cs typeface="+mn-cs"/>
            </a:rPr>
            <a:t>DevOps &amp; Automation</a:t>
          </a:r>
        </a:p>
      </dsp:txBody>
      <dsp:txXfrm>
        <a:off x="3335568" y="522820"/>
        <a:ext cx="2921674" cy="1123386"/>
      </dsp:txXfrm>
    </dsp:sp>
    <dsp:sp modelId="{67E55691-E68B-4BC1-9FFC-0506E12A3F64}">
      <dsp:nvSpPr>
        <dsp:cNvPr id="0" name=""/>
        <dsp:cNvSpPr/>
      </dsp:nvSpPr>
      <dsp:spPr>
        <a:xfrm>
          <a:off x="3335568" y="1646206"/>
          <a:ext cx="2921674" cy="4707675"/>
        </a:xfrm>
        <a:prstGeom prst="rect">
          <a:avLst/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3580161"/>
              <a:satOff val="16084"/>
              <a:lumOff val="11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2800" kern="1200" dirty="0"/>
            <a:t>CI/CD pipelines, infraestructura como código (</a:t>
          </a:r>
          <a:r>
            <a:rPr lang="es-ES" sz="2800" kern="1200" dirty="0" err="1"/>
            <a:t>IaC</a:t>
          </a:r>
          <a:r>
            <a:rPr lang="es-ES" sz="2800" kern="1200" dirty="0"/>
            <a:t>) y automatización de despliegues. Entornos productivos listos para escalar</a:t>
          </a:r>
          <a:endParaRPr lang="en-US" sz="2800" kern="1200" dirty="0"/>
        </a:p>
      </dsp:txBody>
      <dsp:txXfrm>
        <a:off x="3335568" y="1646206"/>
        <a:ext cx="2921674" cy="4707675"/>
      </dsp:txXfrm>
    </dsp:sp>
    <dsp:sp modelId="{8CCBAA6E-0996-434B-ADE6-2FB1C826B27E}">
      <dsp:nvSpPr>
        <dsp:cNvPr id="0" name=""/>
        <dsp:cNvSpPr/>
      </dsp:nvSpPr>
      <dsp:spPr>
        <a:xfrm>
          <a:off x="6666277" y="522820"/>
          <a:ext cx="2921674" cy="1123386"/>
        </a:xfrm>
        <a:prstGeom prst="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 err="1">
              <a:latin typeface="Exo 2 Black"/>
              <a:ea typeface="+mn-ea"/>
              <a:cs typeface="+mn-cs"/>
            </a:rPr>
            <a:t>Continuidad</a:t>
          </a:r>
          <a:r>
            <a:rPr lang="en-US" sz="3100" b="1" kern="1200" dirty="0">
              <a:latin typeface="Exo 2 Black"/>
              <a:ea typeface="+mn-ea"/>
              <a:cs typeface="+mn-cs"/>
            </a:rPr>
            <a:t> &amp; Performance</a:t>
          </a:r>
        </a:p>
      </dsp:txBody>
      <dsp:txXfrm>
        <a:off x="6666277" y="522820"/>
        <a:ext cx="2921674" cy="1123386"/>
      </dsp:txXfrm>
    </dsp:sp>
    <dsp:sp modelId="{EF0F153B-8DB2-40AB-9267-C275DF9D75F7}">
      <dsp:nvSpPr>
        <dsp:cNvPr id="0" name=""/>
        <dsp:cNvSpPr/>
      </dsp:nvSpPr>
      <dsp:spPr>
        <a:xfrm>
          <a:off x="6666277" y="1646206"/>
          <a:ext cx="2921674" cy="4707675"/>
        </a:xfrm>
        <a:prstGeom prst="rect">
          <a:avLst/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7160321"/>
              <a:satOff val="32169"/>
              <a:lumOff val="22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2800" kern="1200" dirty="0"/>
            <a:t>Segmentación, VPN interna y gestión de acceso federado</a:t>
          </a:r>
          <a:endParaRPr lang="en-US" sz="2800" kern="1200" dirty="0"/>
        </a:p>
      </dsp:txBody>
      <dsp:txXfrm>
        <a:off x="6666277" y="1646206"/>
        <a:ext cx="2921674" cy="4707675"/>
      </dsp:txXfrm>
    </dsp:sp>
    <dsp:sp modelId="{323BF2EA-1AEF-4D9B-9BC3-E36174177ACE}">
      <dsp:nvSpPr>
        <dsp:cNvPr id="0" name=""/>
        <dsp:cNvSpPr/>
      </dsp:nvSpPr>
      <dsp:spPr>
        <a:xfrm>
          <a:off x="9996986" y="522820"/>
          <a:ext cx="2921674" cy="1123386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 err="1">
              <a:latin typeface="Exo 2 Black"/>
              <a:ea typeface="+mn-ea"/>
              <a:cs typeface="+mn-cs"/>
            </a:rPr>
            <a:t>Servicios</a:t>
          </a:r>
          <a:r>
            <a:rPr lang="en-US" sz="3100" b="1" kern="1200" dirty="0">
              <a:latin typeface="Exo 2 Black"/>
              <a:ea typeface="+mn-ea"/>
              <a:cs typeface="+mn-cs"/>
            </a:rPr>
            <a:t> As a Service</a:t>
          </a:r>
          <a:endParaRPr lang="en-US" sz="3100" kern="1200" dirty="0"/>
        </a:p>
      </dsp:txBody>
      <dsp:txXfrm>
        <a:off x="9996986" y="522820"/>
        <a:ext cx="2921674" cy="1123386"/>
      </dsp:txXfrm>
    </dsp:sp>
    <dsp:sp modelId="{A8E9E872-2039-4B02-B340-E44C5A48C848}">
      <dsp:nvSpPr>
        <dsp:cNvPr id="0" name=""/>
        <dsp:cNvSpPr/>
      </dsp:nvSpPr>
      <dsp:spPr>
        <a:xfrm>
          <a:off x="9996986" y="1646206"/>
          <a:ext cx="2921674" cy="4707675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800" kern="1200" dirty="0"/>
            <a:t>Consultores DevOps </a:t>
          </a:r>
          <a:r>
            <a:rPr lang="es-ES" sz="2800" i="1" kern="1200" dirty="0"/>
            <a:t>as a </a:t>
          </a:r>
          <a:r>
            <a:rPr lang="es-ES" sz="2800" i="1" kern="1200" dirty="0" err="1"/>
            <a:t>service</a:t>
          </a:r>
          <a:r>
            <a:rPr lang="es-ES" sz="2800" kern="1200" dirty="0"/>
            <a:t> para sus proyectos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 err="1"/>
            <a:t>Servicios</a:t>
          </a:r>
          <a:r>
            <a:rPr lang="en-US" sz="2800" kern="1200" dirty="0"/>
            <a:t> de CTO </a:t>
          </a:r>
          <a:r>
            <a:rPr lang="en-US" sz="2800" i="1" kern="1200" dirty="0"/>
            <a:t>as a Service</a:t>
          </a:r>
          <a:r>
            <a:rPr lang="en-US" sz="2800" kern="1200" dirty="0"/>
            <a:t> para sus </a:t>
          </a:r>
          <a:r>
            <a:rPr lang="en-US" sz="2800" kern="1200" dirty="0" err="1"/>
            <a:t>proyectos</a:t>
          </a:r>
          <a:endParaRPr lang="en-US" sz="2800" kern="1200" dirty="0"/>
        </a:p>
      </dsp:txBody>
      <dsp:txXfrm>
        <a:off x="9996986" y="1646206"/>
        <a:ext cx="2921674" cy="47076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BA6502-5817-4396-A384-FE7A4DDD6388}">
      <dsp:nvSpPr>
        <dsp:cNvPr id="0" name=""/>
        <dsp:cNvSpPr/>
      </dsp:nvSpPr>
      <dsp:spPr>
        <a:xfrm>
          <a:off x="0" y="1139760"/>
          <a:ext cx="3394868" cy="119238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 err="1">
              <a:latin typeface="Exo 2 Black"/>
              <a:ea typeface="+mn-ea"/>
              <a:cs typeface="+mn-cs"/>
            </a:rPr>
            <a:t>Infraestructura</a:t>
          </a:r>
          <a:r>
            <a:rPr lang="en-US" sz="3300" b="1" kern="1200" dirty="0">
              <a:latin typeface="Exo 2 Black"/>
              <a:ea typeface="+mn-ea"/>
              <a:cs typeface="+mn-cs"/>
            </a:rPr>
            <a:t> </a:t>
          </a:r>
          <a:r>
            <a:rPr lang="en-US" sz="3300" b="1" kern="1200" dirty="0" err="1">
              <a:latin typeface="Exo 2 Black"/>
              <a:ea typeface="+mn-ea"/>
              <a:cs typeface="+mn-cs"/>
            </a:rPr>
            <a:t>gestionada</a:t>
          </a:r>
          <a:endParaRPr lang="en-US" sz="3300" b="1" kern="1200" dirty="0">
            <a:latin typeface="Exo 2 Black"/>
            <a:ea typeface="+mn-ea"/>
            <a:cs typeface="+mn-cs"/>
          </a:endParaRPr>
        </a:p>
      </dsp:txBody>
      <dsp:txXfrm>
        <a:off x="0" y="1139760"/>
        <a:ext cx="3394868" cy="1192381"/>
      </dsp:txXfrm>
    </dsp:sp>
    <dsp:sp modelId="{96FFF606-5FAF-46D3-861D-959BE8DF2922}">
      <dsp:nvSpPr>
        <dsp:cNvPr id="0" name=""/>
        <dsp:cNvSpPr/>
      </dsp:nvSpPr>
      <dsp:spPr>
        <a:xfrm>
          <a:off x="3481" y="2301795"/>
          <a:ext cx="3394868" cy="366869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3300" kern="1200" dirty="0"/>
            <a:t>Administración y mantenimiento de entornos </a:t>
          </a:r>
          <a:r>
            <a:rPr lang="es-ES" sz="3300" kern="1200" dirty="0" err="1"/>
            <a:t>cloud</a:t>
          </a:r>
          <a:r>
            <a:rPr lang="es-ES" sz="3300" kern="1200" dirty="0"/>
            <a:t>, híbridos o on-premise.</a:t>
          </a:r>
          <a:endParaRPr lang="en-US" sz="3300" kern="1200" dirty="0"/>
        </a:p>
      </dsp:txBody>
      <dsp:txXfrm>
        <a:off x="3481" y="2301795"/>
        <a:ext cx="3394868" cy="3668692"/>
      </dsp:txXfrm>
    </dsp:sp>
    <dsp:sp modelId="{300EA2D9-970F-4102-BE0C-107DFFFA695B}">
      <dsp:nvSpPr>
        <dsp:cNvPr id="0" name=""/>
        <dsp:cNvSpPr/>
      </dsp:nvSpPr>
      <dsp:spPr>
        <a:xfrm>
          <a:off x="3873632" y="1109414"/>
          <a:ext cx="3394868" cy="1192381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 err="1">
              <a:latin typeface="Exo 2 Black"/>
              <a:ea typeface="+mn-ea"/>
              <a:cs typeface="+mn-cs"/>
            </a:rPr>
            <a:t>Monitorización</a:t>
          </a:r>
          <a:r>
            <a:rPr lang="en-US" sz="3300" b="1" kern="1200" dirty="0">
              <a:latin typeface="Exo 2 Black"/>
              <a:ea typeface="+mn-ea"/>
              <a:cs typeface="+mn-cs"/>
            </a:rPr>
            <a:t> &amp; </a:t>
          </a:r>
          <a:r>
            <a:rPr lang="en-US" sz="3300" b="1" kern="1200" dirty="0" err="1">
              <a:latin typeface="Exo 2 Black"/>
              <a:ea typeface="+mn-ea"/>
              <a:cs typeface="+mn-cs"/>
            </a:rPr>
            <a:t>soporte</a:t>
          </a:r>
          <a:endParaRPr lang="en-US" sz="3300" b="1" kern="1200" dirty="0">
            <a:latin typeface="Exo 2 Black"/>
            <a:ea typeface="+mn-ea"/>
            <a:cs typeface="+mn-cs"/>
          </a:endParaRPr>
        </a:p>
      </dsp:txBody>
      <dsp:txXfrm>
        <a:off x="3873632" y="1109414"/>
        <a:ext cx="3394868" cy="1192381"/>
      </dsp:txXfrm>
    </dsp:sp>
    <dsp:sp modelId="{67E55691-E68B-4BC1-9FFC-0506E12A3F64}">
      <dsp:nvSpPr>
        <dsp:cNvPr id="0" name=""/>
        <dsp:cNvSpPr/>
      </dsp:nvSpPr>
      <dsp:spPr>
        <a:xfrm>
          <a:off x="3873632" y="2301795"/>
          <a:ext cx="3394868" cy="3668692"/>
        </a:xfrm>
        <a:prstGeom prst="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3300" kern="1200" dirty="0"/>
            <a:t>Supervisión 24x7, alertas proactivas, APM y optimización de recursos.</a:t>
          </a:r>
          <a:endParaRPr lang="en-US" sz="3300" kern="1200" dirty="0"/>
        </a:p>
      </dsp:txBody>
      <dsp:txXfrm>
        <a:off x="3873632" y="2301795"/>
        <a:ext cx="3394868" cy="3668692"/>
      </dsp:txXfrm>
    </dsp:sp>
    <dsp:sp modelId="{8CCBAA6E-0996-434B-ADE6-2FB1C826B27E}">
      <dsp:nvSpPr>
        <dsp:cNvPr id="0" name=""/>
        <dsp:cNvSpPr/>
      </dsp:nvSpPr>
      <dsp:spPr>
        <a:xfrm>
          <a:off x="7743783" y="1109414"/>
          <a:ext cx="3394868" cy="1192381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>
              <a:latin typeface="Exo 2 Black"/>
              <a:ea typeface="+mn-ea"/>
              <a:cs typeface="+mn-cs"/>
            </a:rPr>
            <a:t>Business Continuity</a:t>
          </a:r>
        </a:p>
      </dsp:txBody>
      <dsp:txXfrm>
        <a:off x="7743783" y="1109414"/>
        <a:ext cx="3394868" cy="1192381"/>
      </dsp:txXfrm>
    </dsp:sp>
    <dsp:sp modelId="{EF0F153B-8DB2-40AB-9267-C275DF9D75F7}">
      <dsp:nvSpPr>
        <dsp:cNvPr id="0" name=""/>
        <dsp:cNvSpPr/>
      </dsp:nvSpPr>
      <dsp:spPr>
        <a:xfrm>
          <a:off x="7743783" y="2301795"/>
          <a:ext cx="3394868" cy="3668692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3300" kern="1200" dirty="0" err="1"/>
            <a:t>Backups</a:t>
          </a:r>
          <a:r>
            <a:rPr lang="es-ES" sz="3300" kern="1200" dirty="0"/>
            <a:t> cifrados, replicación, </a:t>
          </a:r>
          <a:r>
            <a:rPr lang="es-ES" sz="3300" kern="1200" dirty="0" err="1"/>
            <a:t>disaster</a:t>
          </a:r>
          <a:r>
            <a:rPr lang="es-ES" sz="3300" kern="1200" dirty="0"/>
            <a:t> </a:t>
          </a:r>
          <a:r>
            <a:rPr lang="es-ES" sz="3300" kern="1200" dirty="0" err="1"/>
            <a:t>recovery</a:t>
          </a:r>
          <a:r>
            <a:rPr lang="es-ES" sz="3300" kern="1200" dirty="0"/>
            <a:t> y planes </a:t>
          </a:r>
          <a:r>
            <a:rPr lang="es-ES" sz="3300" kern="1200"/>
            <a:t>de continuidad</a:t>
          </a:r>
          <a:endParaRPr lang="en-US" sz="3300" kern="1200" dirty="0"/>
        </a:p>
      </dsp:txBody>
      <dsp:txXfrm>
        <a:off x="7743783" y="2301795"/>
        <a:ext cx="3394868" cy="36686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335F7C-8156-468E-A858-926A5154539D}">
      <dsp:nvSpPr>
        <dsp:cNvPr id="0" name=""/>
        <dsp:cNvSpPr/>
      </dsp:nvSpPr>
      <dsp:spPr>
        <a:xfrm>
          <a:off x="0" y="861906"/>
          <a:ext cx="6454987" cy="6454987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744327-6AA8-4058-84C6-A3E5FF9DDB22}">
      <dsp:nvSpPr>
        <dsp:cNvPr id="0" name=""/>
        <dsp:cNvSpPr/>
      </dsp:nvSpPr>
      <dsp:spPr>
        <a:xfrm>
          <a:off x="3227493" y="861906"/>
          <a:ext cx="7530818" cy="64549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Sistema granular</a:t>
          </a:r>
        </a:p>
      </dsp:txBody>
      <dsp:txXfrm>
        <a:off x="3227493" y="861906"/>
        <a:ext cx="3765409" cy="1936500"/>
      </dsp:txXfrm>
    </dsp:sp>
    <dsp:sp modelId="{4953CA33-A55A-48B2-BE57-4F4FEA49FA82}">
      <dsp:nvSpPr>
        <dsp:cNvPr id="0" name=""/>
        <dsp:cNvSpPr/>
      </dsp:nvSpPr>
      <dsp:spPr>
        <a:xfrm>
          <a:off x="1129624" y="2798407"/>
          <a:ext cx="4195737" cy="4195737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8CD3EA-F4B9-40E8-AA9A-259FAE8315D6}">
      <dsp:nvSpPr>
        <dsp:cNvPr id="0" name=""/>
        <dsp:cNvSpPr/>
      </dsp:nvSpPr>
      <dsp:spPr>
        <a:xfrm>
          <a:off x="3227493" y="2798407"/>
          <a:ext cx="7530818" cy="41957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Sistema de </a:t>
          </a:r>
          <a:r>
            <a:rPr lang="en-US" sz="4700" kern="1200" dirty="0" err="1"/>
            <a:t>notificaciones</a:t>
          </a:r>
          <a:endParaRPr lang="en-US" sz="4700" kern="1200" dirty="0"/>
        </a:p>
      </dsp:txBody>
      <dsp:txXfrm>
        <a:off x="3227493" y="2798407"/>
        <a:ext cx="3765409" cy="1936493"/>
      </dsp:txXfrm>
    </dsp:sp>
    <dsp:sp modelId="{A34EF0DE-DC9B-4259-984C-3E32FDA9EE44}">
      <dsp:nvSpPr>
        <dsp:cNvPr id="0" name=""/>
        <dsp:cNvSpPr/>
      </dsp:nvSpPr>
      <dsp:spPr>
        <a:xfrm>
          <a:off x="2259246" y="4734901"/>
          <a:ext cx="1936494" cy="1936494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C39384-86B2-42CD-AEC2-5D52CE6820EC}">
      <dsp:nvSpPr>
        <dsp:cNvPr id="0" name=""/>
        <dsp:cNvSpPr/>
      </dsp:nvSpPr>
      <dsp:spPr>
        <a:xfrm>
          <a:off x="3227493" y="4734901"/>
          <a:ext cx="7530818" cy="193649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 err="1"/>
            <a:t>Alertas</a:t>
          </a:r>
          <a:r>
            <a:rPr lang="en-US" sz="4700" kern="1200" dirty="0"/>
            <a:t> </a:t>
          </a:r>
          <a:r>
            <a:rPr lang="en-US" sz="4700" kern="1200" dirty="0" err="1"/>
            <a:t>inteligentes</a:t>
          </a:r>
          <a:endParaRPr lang="en-US" sz="4700" kern="1200" dirty="0"/>
        </a:p>
      </dsp:txBody>
      <dsp:txXfrm>
        <a:off x="3227493" y="4734901"/>
        <a:ext cx="3765409" cy="1936494"/>
      </dsp:txXfrm>
    </dsp:sp>
    <dsp:sp modelId="{E5EE8479-C081-4222-B62F-32BE80E00D8B}">
      <dsp:nvSpPr>
        <dsp:cNvPr id="0" name=""/>
        <dsp:cNvSpPr/>
      </dsp:nvSpPr>
      <dsp:spPr>
        <a:xfrm>
          <a:off x="6992902" y="861906"/>
          <a:ext cx="3765409" cy="193650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/>
            <a:t>Monitorización</a:t>
          </a:r>
          <a:r>
            <a:rPr lang="en-US" sz="2000" kern="1200" dirty="0"/>
            <a:t> de </a:t>
          </a:r>
          <a:r>
            <a:rPr lang="en-US" sz="2000" kern="1200" dirty="0" err="1"/>
            <a:t>servicios</a:t>
          </a:r>
          <a:r>
            <a:rPr lang="en-US" sz="2000" kern="1200" dirty="0"/>
            <a:t> y </a:t>
          </a:r>
          <a:r>
            <a:rPr lang="en-US" sz="2000" kern="1200" dirty="0" err="1"/>
            <a:t>aplicaciones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/>
            <a:t>Alertas</a:t>
          </a:r>
          <a:r>
            <a:rPr lang="en-US" sz="2000" kern="1200" dirty="0"/>
            <a:t> </a:t>
          </a:r>
          <a:r>
            <a:rPr lang="en-US" sz="2000" kern="1200" dirty="0" err="1"/>
            <a:t>inteligentes</a:t>
          </a:r>
          <a:r>
            <a:rPr lang="en-US" sz="2000" kern="1200" dirty="0"/>
            <a:t> y </a:t>
          </a:r>
          <a:r>
            <a:rPr lang="en-US" sz="2000" kern="1200" dirty="0" err="1"/>
            <a:t>adaptables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/>
            <a:t>Alertas</a:t>
          </a:r>
          <a:r>
            <a:rPr lang="en-US" sz="2000" kern="1200" dirty="0"/>
            <a:t> </a:t>
          </a:r>
          <a:r>
            <a:rPr lang="en-US" sz="2000" kern="1200" dirty="0" err="1"/>
            <a:t>contextuales</a:t>
          </a:r>
          <a:r>
            <a:rPr lang="en-US" sz="2000" kern="1200" dirty="0"/>
            <a:t> y </a:t>
          </a:r>
          <a:r>
            <a:rPr lang="en-US" sz="2000" kern="1200" dirty="0" err="1"/>
            <a:t>predictivas</a:t>
          </a:r>
          <a:endParaRPr lang="en-US" sz="2000" kern="1200" dirty="0"/>
        </a:p>
      </dsp:txBody>
      <dsp:txXfrm>
        <a:off x="6992902" y="861906"/>
        <a:ext cx="3765409" cy="1936500"/>
      </dsp:txXfrm>
    </dsp:sp>
    <dsp:sp modelId="{C51725F7-4692-4A3C-A776-BEF59DFEFE72}">
      <dsp:nvSpPr>
        <dsp:cNvPr id="0" name=""/>
        <dsp:cNvSpPr/>
      </dsp:nvSpPr>
      <dsp:spPr>
        <a:xfrm>
          <a:off x="6992902" y="2798407"/>
          <a:ext cx="3765409" cy="193649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Pushover para </a:t>
          </a:r>
          <a:r>
            <a:rPr lang="en-US" sz="2000" kern="1200" dirty="0" err="1"/>
            <a:t>alerta</a:t>
          </a:r>
          <a:r>
            <a:rPr lang="en-US" sz="2000" kern="1200" dirty="0"/>
            <a:t> </a:t>
          </a:r>
          <a:r>
            <a:rPr lang="en-US" sz="2000" kern="1200" dirty="0" err="1"/>
            <a:t>inmediata</a:t>
          </a:r>
          <a:r>
            <a:rPr lang="en-US" sz="2000" kern="1200" dirty="0"/>
            <a:t> </a:t>
          </a:r>
          <a:r>
            <a:rPr lang="en-US" sz="2000" kern="1200" dirty="0" err="1"/>
            <a:t>sobre</a:t>
          </a:r>
          <a:r>
            <a:rPr lang="en-US" sz="2000" kern="1200" dirty="0"/>
            <a:t> </a:t>
          </a:r>
          <a:r>
            <a:rPr lang="en-US" sz="2000" kern="1200" dirty="0" err="1"/>
            <a:t>el</a:t>
          </a:r>
          <a:r>
            <a:rPr lang="en-US" sz="2000" kern="1200" dirty="0"/>
            <a:t> </a:t>
          </a:r>
          <a:r>
            <a:rPr lang="en-US" sz="2000" kern="1200" dirty="0" err="1"/>
            <a:t>estado</a:t>
          </a:r>
          <a:r>
            <a:rPr lang="en-US" sz="2000" kern="1200" dirty="0"/>
            <a:t> de </a:t>
          </a:r>
          <a:r>
            <a:rPr lang="en-US" sz="2000" kern="1200" dirty="0" err="1"/>
            <a:t>tu</a:t>
          </a:r>
          <a:r>
            <a:rPr lang="en-US" sz="2000" kern="1200" dirty="0"/>
            <a:t> </a:t>
          </a:r>
          <a:r>
            <a:rPr lang="en-US" sz="2000" kern="1200" dirty="0" err="1"/>
            <a:t>infraestructura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/>
            <a:t>Integración</a:t>
          </a:r>
          <a:r>
            <a:rPr lang="en-US" sz="2000" kern="1200" dirty="0"/>
            <a:t> via webhooks, Slack etc..</a:t>
          </a:r>
        </a:p>
      </dsp:txBody>
      <dsp:txXfrm>
        <a:off x="6992902" y="2798407"/>
        <a:ext cx="3765409" cy="1936493"/>
      </dsp:txXfrm>
    </dsp:sp>
    <dsp:sp modelId="{15E3C834-C85E-4E9C-AB1F-0F438DCA60C1}">
      <dsp:nvSpPr>
        <dsp:cNvPr id="0" name=""/>
        <dsp:cNvSpPr/>
      </dsp:nvSpPr>
      <dsp:spPr>
        <a:xfrm>
          <a:off x="6992902" y="4734901"/>
          <a:ext cx="3765409" cy="193649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/>
            <a:t>Alertas</a:t>
          </a:r>
          <a:r>
            <a:rPr lang="en-US" sz="2000" kern="1200" dirty="0"/>
            <a:t> </a:t>
          </a:r>
          <a:r>
            <a:rPr lang="en-US" sz="2000" kern="1200" dirty="0" err="1"/>
            <a:t>adaptables</a:t>
          </a:r>
          <a:r>
            <a:rPr lang="en-US" sz="2000" kern="1200" dirty="0"/>
            <a:t> a </a:t>
          </a:r>
          <a:r>
            <a:rPr lang="en-US" sz="2000" kern="1200" dirty="0" err="1"/>
            <a:t>cualquier</a:t>
          </a:r>
          <a:r>
            <a:rPr lang="en-US" sz="2000" kern="1200" dirty="0"/>
            <a:t> </a:t>
          </a:r>
          <a:r>
            <a:rPr lang="en-US" sz="2000" kern="1200" dirty="0" err="1"/>
            <a:t>caso</a:t>
          </a:r>
          <a:r>
            <a:rPr lang="en-US" sz="2000" kern="1200" dirty="0"/>
            <a:t> de </a:t>
          </a:r>
          <a:r>
            <a:rPr lang="en-US" sz="2000" kern="1200" dirty="0" err="1"/>
            <a:t>uso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/>
            <a:t>Monitorización</a:t>
          </a:r>
          <a:r>
            <a:rPr lang="en-US" sz="2000" kern="1200" dirty="0"/>
            <a:t> para </a:t>
          </a:r>
          <a:r>
            <a:rPr lang="en-US" sz="2000" kern="1200" dirty="0" err="1"/>
            <a:t>detectar</a:t>
          </a:r>
          <a:r>
            <a:rPr lang="en-US" sz="2000" kern="1200" dirty="0"/>
            <a:t> </a:t>
          </a:r>
          <a:r>
            <a:rPr lang="en-US" sz="2000" kern="1200" dirty="0" err="1"/>
            <a:t>casos</a:t>
          </a:r>
          <a:r>
            <a:rPr lang="en-US" sz="2000" kern="1200" dirty="0"/>
            <a:t> de </a:t>
          </a:r>
          <a:r>
            <a:rPr lang="en-US" sz="2000" kern="1200" dirty="0" err="1"/>
            <a:t>uso</a:t>
          </a:r>
          <a:r>
            <a:rPr lang="en-US" sz="2000" kern="1200" dirty="0"/>
            <a:t> </a:t>
          </a:r>
          <a:r>
            <a:rPr lang="en-US" sz="2000" kern="1200" dirty="0" err="1"/>
            <a:t>como</a:t>
          </a:r>
          <a:r>
            <a:rPr lang="en-US" sz="2000" kern="1200" dirty="0"/>
            <a:t> “</a:t>
          </a:r>
          <a:r>
            <a:rPr lang="en-US" sz="2000" i="1" kern="1200" dirty="0"/>
            <a:t>¿</a:t>
          </a:r>
          <a:r>
            <a:rPr lang="en-US" sz="2000" i="1" kern="1200" dirty="0" err="1"/>
            <a:t>han</a:t>
          </a:r>
          <a:r>
            <a:rPr lang="en-US" sz="2000" i="1" kern="1200" dirty="0"/>
            <a:t> </a:t>
          </a:r>
          <a:r>
            <a:rPr lang="en-US" sz="2000" i="1" kern="1200" dirty="0" err="1"/>
            <a:t>entrado</a:t>
          </a:r>
          <a:r>
            <a:rPr lang="en-US" sz="2000" i="1" kern="1200" dirty="0"/>
            <a:t> </a:t>
          </a:r>
          <a:r>
            <a:rPr lang="en-US" sz="2000" i="1" kern="1200" dirty="0" err="1"/>
            <a:t>menos</a:t>
          </a:r>
          <a:r>
            <a:rPr lang="en-US" sz="2000" i="1" kern="1200" dirty="0"/>
            <a:t> </a:t>
          </a:r>
          <a:r>
            <a:rPr lang="en-US" sz="2000" i="1" kern="1200" dirty="0" err="1"/>
            <a:t>pedidos</a:t>
          </a:r>
          <a:r>
            <a:rPr lang="en-US" sz="2000" i="1" kern="1200" dirty="0"/>
            <a:t> </a:t>
          </a:r>
          <a:r>
            <a:rPr lang="en-US" sz="2000" i="1" kern="1200" dirty="0" err="1"/>
            <a:t>en</a:t>
          </a:r>
          <a:r>
            <a:rPr lang="en-US" sz="2000" i="1" kern="1200" dirty="0"/>
            <a:t> </a:t>
          </a:r>
          <a:r>
            <a:rPr lang="en-US" sz="2000" i="1" kern="1200" dirty="0" err="1"/>
            <a:t>tu</a:t>
          </a:r>
          <a:r>
            <a:rPr lang="en-US" sz="2000" i="1" kern="1200" dirty="0"/>
            <a:t> e-commerce?</a:t>
          </a:r>
          <a:r>
            <a:rPr lang="en-US" sz="2000" kern="1200" dirty="0"/>
            <a:t>”</a:t>
          </a:r>
        </a:p>
      </dsp:txBody>
      <dsp:txXfrm>
        <a:off x="6992902" y="4734901"/>
        <a:ext cx="3765409" cy="19364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58CAE9-B17B-44C2-B2B2-48E4F58540FD}">
      <dsp:nvSpPr>
        <dsp:cNvPr id="0" name=""/>
        <dsp:cNvSpPr/>
      </dsp:nvSpPr>
      <dsp:spPr>
        <a:xfrm>
          <a:off x="697706" y="793"/>
          <a:ext cx="3714749" cy="18573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585" tIns="72390" rIns="108585" bIns="7239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 dirty="0"/>
            <a:t>Backup </a:t>
          </a:r>
          <a:r>
            <a:rPr lang="en-US" sz="5700" kern="1200" dirty="0" err="1"/>
            <a:t>inteligente</a:t>
          </a:r>
          <a:endParaRPr lang="en-US" sz="5700" kern="1200" dirty="0"/>
        </a:p>
      </dsp:txBody>
      <dsp:txXfrm>
        <a:off x="752107" y="55194"/>
        <a:ext cx="3605947" cy="1748572"/>
      </dsp:txXfrm>
    </dsp:sp>
    <dsp:sp modelId="{0DA0E9DD-7444-4A5C-A59C-A8C04F31681D}">
      <dsp:nvSpPr>
        <dsp:cNvPr id="0" name=""/>
        <dsp:cNvSpPr/>
      </dsp:nvSpPr>
      <dsp:spPr>
        <a:xfrm>
          <a:off x="1069181" y="1858168"/>
          <a:ext cx="371474" cy="13930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93031"/>
              </a:lnTo>
              <a:lnTo>
                <a:pt x="371474" y="1393031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291AE1-F060-406A-B467-1FC19CF11BD8}">
      <dsp:nvSpPr>
        <dsp:cNvPr id="0" name=""/>
        <dsp:cNvSpPr/>
      </dsp:nvSpPr>
      <dsp:spPr>
        <a:xfrm>
          <a:off x="1440656" y="2322512"/>
          <a:ext cx="2971800" cy="18573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Copias</a:t>
          </a:r>
          <a:r>
            <a:rPr lang="en-US" sz="2400" kern="1200" dirty="0"/>
            <a:t> </a:t>
          </a:r>
          <a:r>
            <a:rPr lang="en-US" sz="2400" kern="1200" dirty="0" err="1"/>
            <a:t>sincronizadas</a:t>
          </a:r>
          <a:r>
            <a:rPr lang="en-US" sz="2400" kern="1200" dirty="0"/>
            <a:t> entre </a:t>
          </a:r>
          <a:r>
            <a:rPr lang="en-US" sz="2400" kern="1200" dirty="0" err="1"/>
            <a:t>sedes</a:t>
          </a:r>
          <a:r>
            <a:rPr lang="en-US" sz="2400" kern="1200" dirty="0"/>
            <a:t> y regiones con </a:t>
          </a:r>
          <a:r>
            <a:rPr lang="en-US" sz="2400" kern="1200" dirty="0" err="1"/>
            <a:t>aislamiento</a:t>
          </a:r>
          <a:r>
            <a:rPr lang="en-US" sz="2400" kern="1200" dirty="0"/>
            <a:t> </a:t>
          </a:r>
          <a:r>
            <a:rPr lang="en-US" sz="2400" kern="1200" dirty="0" err="1"/>
            <a:t>físico</a:t>
          </a:r>
          <a:r>
            <a:rPr lang="en-US" sz="2400" kern="1200" dirty="0"/>
            <a:t>.</a:t>
          </a:r>
        </a:p>
      </dsp:txBody>
      <dsp:txXfrm>
        <a:off x="1495057" y="2376913"/>
        <a:ext cx="2862998" cy="1748572"/>
      </dsp:txXfrm>
    </dsp:sp>
    <dsp:sp modelId="{174D5946-BF5F-4A37-8265-0272655D953D}">
      <dsp:nvSpPr>
        <dsp:cNvPr id="0" name=""/>
        <dsp:cNvSpPr/>
      </dsp:nvSpPr>
      <dsp:spPr>
        <a:xfrm>
          <a:off x="1069181" y="1858168"/>
          <a:ext cx="371474" cy="3714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14749"/>
              </a:lnTo>
              <a:lnTo>
                <a:pt x="371474" y="3714749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2AF478-5CB4-4456-867F-BD4808AD40B5}">
      <dsp:nvSpPr>
        <dsp:cNvPr id="0" name=""/>
        <dsp:cNvSpPr/>
      </dsp:nvSpPr>
      <dsp:spPr>
        <a:xfrm>
          <a:off x="1440656" y="4644231"/>
          <a:ext cx="2971800" cy="18573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Workflows DevOps y scripts de </a:t>
          </a:r>
          <a:r>
            <a:rPr lang="en-US" sz="2400" kern="1200" dirty="0" err="1"/>
            <a:t>recuperación</a:t>
          </a:r>
          <a:r>
            <a:rPr lang="en-US" sz="2400" kern="1200" dirty="0"/>
            <a:t> </a:t>
          </a:r>
          <a:r>
            <a:rPr lang="en-US" sz="2400" kern="1200" dirty="0" err="1"/>
            <a:t>instantánea</a:t>
          </a:r>
          <a:endParaRPr lang="en-US" sz="2400" kern="1200" dirty="0"/>
        </a:p>
      </dsp:txBody>
      <dsp:txXfrm>
        <a:off x="1495057" y="4698632"/>
        <a:ext cx="2862998" cy="1748572"/>
      </dsp:txXfrm>
    </dsp:sp>
    <dsp:sp modelId="{98666E83-ABC3-4722-9095-33E82E033867}">
      <dsp:nvSpPr>
        <dsp:cNvPr id="0" name=""/>
        <dsp:cNvSpPr/>
      </dsp:nvSpPr>
      <dsp:spPr>
        <a:xfrm>
          <a:off x="5341143" y="793"/>
          <a:ext cx="3714749" cy="185737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585" tIns="72390" rIns="108585" bIns="7239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 dirty="0" err="1"/>
            <a:t>Cifrado</a:t>
          </a:r>
          <a:r>
            <a:rPr lang="en-US" sz="5700" kern="1200" dirty="0"/>
            <a:t> y </a:t>
          </a:r>
          <a:r>
            <a:rPr lang="en-US" sz="5700" kern="1200" dirty="0" err="1"/>
            <a:t>soberanía</a:t>
          </a:r>
          <a:endParaRPr lang="en-US" sz="5700" kern="1200" dirty="0"/>
        </a:p>
      </dsp:txBody>
      <dsp:txXfrm>
        <a:off x="5395544" y="55194"/>
        <a:ext cx="3605947" cy="1748572"/>
      </dsp:txXfrm>
    </dsp:sp>
    <dsp:sp modelId="{A2A6B43D-3EF1-4E02-A2C6-BACCCE578083}">
      <dsp:nvSpPr>
        <dsp:cNvPr id="0" name=""/>
        <dsp:cNvSpPr/>
      </dsp:nvSpPr>
      <dsp:spPr>
        <a:xfrm>
          <a:off x="5712618" y="1858168"/>
          <a:ext cx="371474" cy="13930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93031"/>
              </a:lnTo>
              <a:lnTo>
                <a:pt x="371474" y="1393031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491FA8-90E4-4CC5-BCCA-0EEA6FC48F0E}">
      <dsp:nvSpPr>
        <dsp:cNvPr id="0" name=""/>
        <dsp:cNvSpPr/>
      </dsp:nvSpPr>
      <dsp:spPr>
        <a:xfrm>
          <a:off x="6084093" y="2322512"/>
          <a:ext cx="2971800" cy="18573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Tests </a:t>
          </a:r>
          <a:r>
            <a:rPr lang="en-US" sz="2400" kern="1200" dirty="0" err="1"/>
            <a:t>automaticos</a:t>
          </a:r>
          <a:r>
            <a:rPr lang="en-US" sz="2400" kern="1200" dirty="0"/>
            <a:t> de </a:t>
          </a:r>
          <a:r>
            <a:rPr lang="en-US" sz="2400" kern="1200" dirty="0" err="1"/>
            <a:t>recuperación</a:t>
          </a:r>
          <a:r>
            <a:rPr lang="en-US" sz="2400" kern="1200" dirty="0"/>
            <a:t> para </a:t>
          </a:r>
          <a:r>
            <a:rPr lang="en-US" sz="2400" kern="1200" dirty="0" err="1"/>
            <a:t>cada</a:t>
          </a:r>
          <a:r>
            <a:rPr lang="en-US" sz="2400" kern="1200" dirty="0"/>
            <a:t> </a:t>
          </a:r>
          <a:r>
            <a:rPr lang="en-US" sz="2400" kern="1200" dirty="0" err="1"/>
            <a:t>copia</a:t>
          </a:r>
          <a:endParaRPr lang="en-US" sz="2400" kern="1200" dirty="0"/>
        </a:p>
      </dsp:txBody>
      <dsp:txXfrm>
        <a:off x="6138494" y="2376913"/>
        <a:ext cx="2862998" cy="1748572"/>
      </dsp:txXfrm>
    </dsp:sp>
    <dsp:sp modelId="{9EA2395D-B85D-47DF-A5A9-A06DFB42A78A}">
      <dsp:nvSpPr>
        <dsp:cNvPr id="0" name=""/>
        <dsp:cNvSpPr/>
      </dsp:nvSpPr>
      <dsp:spPr>
        <a:xfrm>
          <a:off x="5712618" y="1858168"/>
          <a:ext cx="371474" cy="3714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14749"/>
              </a:lnTo>
              <a:lnTo>
                <a:pt x="371474" y="3714749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3F4126-F34B-4BB6-AECA-E8EC72C02EBD}">
      <dsp:nvSpPr>
        <dsp:cNvPr id="0" name=""/>
        <dsp:cNvSpPr/>
      </dsp:nvSpPr>
      <dsp:spPr>
        <a:xfrm>
          <a:off x="6084093" y="4644231"/>
          <a:ext cx="2971800" cy="18573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Plan </a:t>
          </a:r>
          <a:r>
            <a:rPr lang="en-US" sz="2400" kern="1200" dirty="0" err="1"/>
            <a:t>personalizado</a:t>
          </a:r>
          <a:r>
            <a:rPr lang="en-US" sz="2400" kern="1200" dirty="0"/>
            <a:t> de </a:t>
          </a:r>
          <a:r>
            <a:rPr lang="en-US" sz="2400" kern="1200" dirty="0" err="1"/>
            <a:t>continuidad</a:t>
          </a:r>
          <a:r>
            <a:rPr lang="en-US" sz="2400" kern="1200" dirty="0"/>
            <a:t>, failover </a:t>
          </a:r>
          <a:r>
            <a:rPr lang="en-US" sz="2400" kern="1200" dirty="0" err="1"/>
            <a:t>automático</a:t>
          </a:r>
          <a:r>
            <a:rPr lang="en-US" sz="2400" kern="1200" dirty="0"/>
            <a:t> y </a:t>
          </a:r>
          <a:r>
            <a:rPr lang="en-US" sz="2400" kern="1200" dirty="0" err="1"/>
            <a:t>orquestración</a:t>
          </a:r>
          <a:r>
            <a:rPr lang="en-US" sz="2400" kern="1200" dirty="0"/>
            <a:t> completa.</a:t>
          </a:r>
        </a:p>
      </dsp:txBody>
      <dsp:txXfrm>
        <a:off x="6138494" y="4698632"/>
        <a:ext cx="2862998" cy="17485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BA6502-5817-4396-A384-FE7A4DDD6388}">
      <dsp:nvSpPr>
        <dsp:cNvPr id="0" name=""/>
        <dsp:cNvSpPr/>
      </dsp:nvSpPr>
      <dsp:spPr>
        <a:xfrm>
          <a:off x="3666" y="1008804"/>
          <a:ext cx="2322195" cy="90609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 err="1">
              <a:latin typeface="Exo 2 Black"/>
              <a:ea typeface="+mn-ea"/>
              <a:cs typeface="+mn-cs"/>
            </a:rPr>
            <a:t>Formación</a:t>
          </a:r>
          <a:endParaRPr lang="en-US" sz="3100" b="1" kern="1200" dirty="0">
            <a:latin typeface="Exo 2 Black"/>
            <a:ea typeface="+mn-ea"/>
            <a:cs typeface="+mn-cs"/>
          </a:endParaRPr>
        </a:p>
      </dsp:txBody>
      <dsp:txXfrm>
        <a:off x="3666" y="1008804"/>
        <a:ext cx="2322195" cy="906091"/>
      </dsp:txXfrm>
    </dsp:sp>
    <dsp:sp modelId="{96FFF606-5FAF-46D3-861D-959BE8DF2922}">
      <dsp:nvSpPr>
        <dsp:cNvPr id="0" name=""/>
        <dsp:cNvSpPr/>
      </dsp:nvSpPr>
      <dsp:spPr>
        <a:xfrm>
          <a:off x="6057" y="1891835"/>
          <a:ext cx="2322195" cy="399912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100" kern="1200" dirty="0" err="1"/>
            <a:t>Campaña</a:t>
          </a:r>
          <a:r>
            <a:rPr lang="en-US" sz="2100" kern="1200" dirty="0"/>
            <a:t> de </a:t>
          </a:r>
          <a:r>
            <a:rPr lang="en-US" sz="2100" kern="1200" dirty="0" err="1"/>
            <a:t>concienciación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100" kern="1200" dirty="0" err="1"/>
            <a:t>Simulacro</a:t>
          </a:r>
          <a:r>
            <a:rPr lang="en-US" sz="2100" kern="1200" dirty="0"/>
            <a:t> de </a:t>
          </a:r>
          <a:r>
            <a:rPr lang="en-US" sz="2100" kern="1200" dirty="0" err="1"/>
            <a:t>incidentes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100" kern="1200" dirty="0" err="1"/>
            <a:t>WorkShop</a:t>
          </a:r>
          <a:r>
            <a:rPr lang="en-US" sz="2100" kern="1200" dirty="0"/>
            <a:t> de </a:t>
          </a:r>
          <a:r>
            <a:rPr lang="en-US" sz="2100" kern="1200" dirty="0" err="1"/>
            <a:t>concienciación</a:t>
          </a:r>
          <a:r>
            <a:rPr lang="en-US" sz="2100" kern="1200" dirty="0"/>
            <a:t> de phishing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100" kern="1200" dirty="0" err="1"/>
            <a:t>Formación</a:t>
          </a:r>
          <a:r>
            <a:rPr lang="en-US" sz="2100" kern="1200" dirty="0"/>
            <a:t> de </a:t>
          </a:r>
          <a:r>
            <a:rPr lang="en-US" sz="2100" kern="1200" dirty="0" err="1"/>
            <a:t>ciberseguridad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100" kern="1200" dirty="0"/>
        </a:p>
      </dsp:txBody>
      <dsp:txXfrm>
        <a:off x="6057" y="1891835"/>
        <a:ext cx="2322195" cy="3999121"/>
      </dsp:txXfrm>
    </dsp:sp>
    <dsp:sp modelId="{300EA2D9-970F-4102-BE0C-107DFFFA695B}">
      <dsp:nvSpPr>
        <dsp:cNvPr id="0" name=""/>
        <dsp:cNvSpPr/>
      </dsp:nvSpPr>
      <dsp:spPr>
        <a:xfrm>
          <a:off x="2653360" y="985744"/>
          <a:ext cx="2322195" cy="906091"/>
        </a:xfrm>
        <a:prstGeom prst="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 err="1">
              <a:latin typeface="Exo 2 Black"/>
              <a:ea typeface="+mn-ea"/>
              <a:cs typeface="+mn-cs"/>
            </a:rPr>
            <a:t>Auditorías</a:t>
          </a:r>
          <a:endParaRPr lang="en-US" sz="3100" b="1" kern="1200" dirty="0">
            <a:latin typeface="Exo 2 Black"/>
            <a:ea typeface="+mn-ea"/>
            <a:cs typeface="+mn-cs"/>
          </a:endParaRPr>
        </a:p>
      </dsp:txBody>
      <dsp:txXfrm>
        <a:off x="2653360" y="985744"/>
        <a:ext cx="2322195" cy="906091"/>
      </dsp:txXfrm>
    </dsp:sp>
    <dsp:sp modelId="{67E55691-E68B-4BC1-9FFC-0506E12A3F64}">
      <dsp:nvSpPr>
        <dsp:cNvPr id="0" name=""/>
        <dsp:cNvSpPr/>
      </dsp:nvSpPr>
      <dsp:spPr>
        <a:xfrm>
          <a:off x="2653360" y="1891835"/>
          <a:ext cx="2322195" cy="3999121"/>
        </a:xfrm>
        <a:prstGeom prst="rect">
          <a:avLst/>
        </a:prstGeom>
        <a:solidFill>
          <a:schemeClr val="accent5">
            <a:tint val="40000"/>
            <a:alpha val="90000"/>
            <a:hueOff val="-2685120"/>
            <a:satOff val="12063"/>
            <a:lumOff val="829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2685120"/>
              <a:satOff val="12063"/>
              <a:lumOff val="8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2100" kern="1200" dirty="0"/>
            <a:t>Hacking ético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100" kern="1200" dirty="0"/>
            <a:t>Red Teaming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100" kern="1200" dirty="0" err="1"/>
            <a:t>Auditoría</a:t>
          </a:r>
          <a:r>
            <a:rPr lang="en-US" sz="2100" kern="1200" dirty="0"/>
            <a:t> </a:t>
          </a:r>
          <a:r>
            <a:rPr lang="en-US" sz="2100" kern="1200" dirty="0" err="1"/>
            <a:t>en</a:t>
          </a:r>
          <a:r>
            <a:rPr lang="en-US" sz="2100" kern="1200" dirty="0"/>
            <a:t> cloud </a:t>
          </a:r>
          <a:r>
            <a:rPr lang="en-US" sz="2100" kern="1200" dirty="0" err="1"/>
            <a:t>gestionado</a:t>
          </a:r>
          <a:r>
            <a:rPr lang="en-US" sz="2100" kern="1200" dirty="0"/>
            <a:t>, AWS, GCP y Azure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100" kern="1200" dirty="0" err="1"/>
            <a:t>Auditoría</a:t>
          </a:r>
          <a:r>
            <a:rPr lang="en-US" sz="2100" kern="1200" dirty="0"/>
            <a:t> </a:t>
          </a:r>
          <a:r>
            <a:rPr lang="en-US" sz="2100" kern="1200" dirty="0" err="1"/>
            <a:t>aplicaciones</a:t>
          </a:r>
          <a:r>
            <a:rPr lang="en-US" sz="2100" kern="1200" dirty="0"/>
            <a:t> </a:t>
          </a:r>
          <a:r>
            <a:rPr lang="en-US" sz="2100" kern="1200" dirty="0" err="1"/>
            <a:t>móviles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100" kern="1200" dirty="0" err="1"/>
            <a:t>Análisis</a:t>
          </a:r>
          <a:r>
            <a:rPr lang="en-US" sz="2100" kern="1200" dirty="0"/>
            <a:t> Código </a:t>
          </a:r>
          <a:r>
            <a:rPr lang="en-US" sz="2100" kern="1200" dirty="0" err="1"/>
            <a:t>fuente</a:t>
          </a:r>
          <a:endParaRPr lang="en-US" sz="2100" kern="1200" dirty="0"/>
        </a:p>
      </dsp:txBody>
      <dsp:txXfrm>
        <a:off x="2653360" y="1891835"/>
        <a:ext cx="2322195" cy="3999121"/>
      </dsp:txXfrm>
    </dsp:sp>
    <dsp:sp modelId="{8CCBAA6E-0996-434B-ADE6-2FB1C826B27E}">
      <dsp:nvSpPr>
        <dsp:cNvPr id="0" name=""/>
        <dsp:cNvSpPr/>
      </dsp:nvSpPr>
      <dsp:spPr>
        <a:xfrm>
          <a:off x="5300662" y="985744"/>
          <a:ext cx="2322195" cy="906091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 err="1">
              <a:latin typeface="Exo 2 Black"/>
              <a:ea typeface="+mn-ea"/>
              <a:cs typeface="+mn-cs"/>
            </a:rPr>
            <a:t>Servicios</a:t>
          </a:r>
          <a:r>
            <a:rPr lang="en-US" sz="2500" b="1" kern="1200" dirty="0">
              <a:latin typeface="Exo 2 Black"/>
              <a:ea typeface="+mn-ea"/>
              <a:cs typeface="+mn-cs"/>
            </a:rPr>
            <a:t> </a:t>
          </a:r>
          <a:r>
            <a:rPr lang="en-US" sz="2500" b="1" kern="1200" dirty="0" err="1">
              <a:latin typeface="Exo 2 Black"/>
              <a:ea typeface="+mn-ea"/>
              <a:cs typeface="+mn-cs"/>
            </a:rPr>
            <a:t>gestionados</a:t>
          </a:r>
          <a:endParaRPr lang="en-US" sz="2500" b="1" kern="1200" dirty="0">
            <a:latin typeface="Exo 2 Black"/>
            <a:ea typeface="+mn-ea"/>
            <a:cs typeface="+mn-cs"/>
          </a:endParaRPr>
        </a:p>
      </dsp:txBody>
      <dsp:txXfrm>
        <a:off x="5300662" y="985744"/>
        <a:ext cx="2322195" cy="906091"/>
      </dsp:txXfrm>
    </dsp:sp>
    <dsp:sp modelId="{EF0F153B-8DB2-40AB-9267-C275DF9D75F7}">
      <dsp:nvSpPr>
        <dsp:cNvPr id="0" name=""/>
        <dsp:cNvSpPr/>
      </dsp:nvSpPr>
      <dsp:spPr>
        <a:xfrm>
          <a:off x="5300662" y="1891835"/>
          <a:ext cx="2322195" cy="3999121"/>
        </a:xfrm>
        <a:prstGeom prst="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2100" kern="1200" dirty="0"/>
            <a:t>VSOC – Virtual SOC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100" kern="1200" dirty="0" err="1"/>
            <a:t>Análisis</a:t>
          </a:r>
          <a:r>
            <a:rPr lang="en-US" sz="2100" kern="1200" dirty="0"/>
            <a:t> de </a:t>
          </a:r>
          <a:r>
            <a:rPr lang="en-US" sz="2100" kern="1200" dirty="0" err="1"/>
            <a:t>superficie</a:t>
          </a:r>
          <a:r>
            <a:rPr lang="en-US" sz="2100" kern="1200" dirty="0"/>
            <a:t> de </a:t>
          </a:r>
          <a:r>
            <a:rPr lang="en-US" sz="2100" kern="1200" dirty="0" err="1"/>
            <a:t>ataque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100" kern="1200" dirty="0"/>
            <a:t>MDR – Manage and detection response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100" kern="1200" dirty="0" err="1"/>
            <a:t>CiberInteligencia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100" kern="1200" dirty="0"/>
            <a:t>Phishing as a Service</a:t>
          </a:r>
        </a:p>
      </dsp:txBody>
      <dsp:txXfrm>
        <a:off x="5300662" y="1891835"/>
        <a:ext cx="2322195" cy="3999121"/>
      </dsp:txXfrm>
    </dsp:sp>
    <dsp:sp modelId="{323BF2EA-1AEF-4D9B-9BC3-E36174177ACE}">
      <dsp:nvSpPr>
        <dsp:cNvPr id="0" name=""/>
        <dsp:cNvSpPr/>
      </dsp:nvSpPr>
      <dsp:spPr>
        <a:xfrm>
          <a:off x="7947964" y="985744"/>
          <a:ext cx="2322195" cy="906091"/>
        </a:xfrm>
        <a:prstGeom prst="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>
              <a:solidFill>
                <a:prstClr val="white"/>
              </a:solidFill>
              <a:latin typeface="Exo 2 Black"/>
              <a:ea typeface="+mn-ea"/>
              <a:cs typeface="+mn-cs"/>
            </a:rPr>
            <a:t>CISO as a Service</a:t>
          </a:r>
        </a:p>
      </dsp:txBody>
      <dsp:txXfrm>
        <a:off x="7947964" y="985744"/>
        <a:ext cx="2322195" cy="906091"/>
      </dsp:txXfrm>
    </dsp:sp>
    <dsp:sp modelId="{A8E9E872-2039-4B02-B340-E44C5A48C848}">
      <dsp:nvSpPr>
        <dsp:cNvPr id="0" name=""/>
        <dsp:cNvSpPr/>
      </dsp:nvSpPr>
      <dsp:spPr>
        <a:xfrm>
          <a:off x="7947964" y="1891835"/>
          <a:ext cx="2322195" cy="3999121"/>
        </a:xfrm>
        <a:prstGeom prst="rect">
          <a:avLst/>
        </a:prstGeom>
        <a:solidFill>
          <a:schemeClr val="accent5">
            <a:tint val="40000"/>
            <a:alpha val="90000"/>
            <a:hueOff val="-8055361"/>
            <a:satOff val="36190"/>
            <a:lumOff val="248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8055361"/>
              <a:satOff val="36190"/>
              <a:lumOff val="24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Servicio de external CISO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Consultor de </a:t>
          </a:r>
          <a:r>
            <a:rPr lang="en-US" sz="2100" kern="1200" dirty="0" err="1"/>
            <a:t>ciberseguridad</a:t>
          </a:r>
          <a:r>
            <a:rPr lang="en-US" sz="2100" kern="1200" dirty="0"/>
            <a:t> </a:t>
          </a:r>
          <a:r>
            <a:rPr lang="en-US" sz="2100" kern="1200" dirty="0" err="1"/>
            <a:t>dedicado</a:t>
          </a:r>
          <a:endParaRPr lang="en-US" sz="2100" kern="1200" dirty="0"/>
        </a:p>
      </dsp:txBody>
      <dsp:txXfrm>
        <a:off x="7947964" y="1891835"/>
        <a:ext cx="2322195" cy="3999121"/>
      </dsp:txXfrm>
    </dsp:sp>
    <dsp:sp modelId="{5052BA27-9434-47ED-9E72-72A96E98529A}">
      <dsp:nvSpPr>
        <dsp:cNvPr id="0" name=""/>
        <dsp:cNvSpPr/>
      </dsp:nvSpPr>
      <dsp:spPr>
        <a:xfrm>
          <a:off x="10595267" y="985744"/>
          <a:ext cx="2322195" cy="906091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>
              <a:solidFill>
                <a:prstClr val="white"/>
              </a:solidFill>
              <a:latin typeface="Exo 2 Black"/>
              <a:ea typeface="+mn-ea"/>
              <a:cs typeface="+mn-cs"/>
            </a:rPr>
            <a:t>Consultoria</a:t>
          </a:r>
        </a:p>
      </dsp:txBody>
      <dsp:txXfrm>
        <a:off x="10595267" y="985744"/>
        <a:ext cx="2322195" cy="906091"/>
      </dsp:txXfrm>
    </dsp:sp>
    <dsp:sp modelId="{4937F604-DB2C-44F0-AE05-FBDE907F8348}">
      <dsp:nvSpPr>
        <dsp:cNvPr id="0" name=""/>
        <dsp:cNvSpPr/>
      </dsp:nvSpPr>
      <dsp:spPr>
        <a:xfrm>
          <a:off x="10595267" y="1891835"/>
          <a:ext cx="2322195" cy="3999121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ISO 27001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ENS – </a:t>
          </a:r>
          <a:r>
            <a:rPr lang="en-US" sz="2100" kern="1200" dirty="0" err="1"/>
            <a:t>Esquema</a:t>
          </a:r>
          <a:r>
            <a:rPr lang="en-US" sz="2100" kern="1200" dirty="0"/>
            <a:t> Nacional de </a:t>
          </a:r>
          <a:r>
            <a:rPr lang="en-US" sz="2100" kern="1200" dirty="0" err="1"/>
            <a:t>Seguridad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NIS 2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SOC 2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GDPR</a:t>
          </a:r>
        </a:p>
      </dsp:txBody>
      <dsp:txXfrm>
        <a:off x="10595267" y="1891835"/>
        <a:ext cx="2322195" cy="399912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7B5E7C-7DC1-4967-A471-0C8783B96D98}">
      <dsp:nvSpPr>
        <dsp:cNvPr id="0" name=""/>
        <dsp:cNvSpPr/>
      </dsp:nvSpPr>
      <dsp:spPr>
        <a:xfrm rot="5400000">
          <a:off x="-256567" y="264574"/>
          <a:ext cx="1710446" cy="1197312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Endpoint Protection</a:t>
          </a:r>
        </a:p>
      </dsp:txBody>
      <dsp:txXfrm rot="-5400000">
        <a:off x="0" y="606663"/>
        <a:ext cx="1197312" cy="513134"/>
      </dsp:txXfrm>
    </dsp:sp>
    <dsp:sp modelId="{5DDF99A9-0636-4703-9AED-82A3AA6997AC}">
      <dsp:nvSpPr>
        <dsp:cNvPr id="0" name=""/>
        <dsp:cNvSpPr/>
      </dsp:nvSpPr>
      <dsp:spPr>
        <a:xfrm rot="5400000">
          <a:off x="6127180" y="-4921859"/>
          <a:ext cx="1112375" cy="1097211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 err="1"/>
            <a:t>Supervisión</a:t>
          </a:r>
          <a:r>
            <a:rPr lang="en-US" sz="3100" kern="1200" dirty="0"/>
            <a:t> y control </a:t>
          </a:r>
          <a:r>
            <a:rPr lang="en-US" sz="3100" kern="1200" dirty="0" err="1"/>
            <a:t>centralizado</a:t>
          </a:r>
          <a:r>
            <a:rPr lang="en-US" sz="3100" kern="1200" dirty="0"/>
            <a:t> de endpoints </a:t>
          </a:r>
          <a:r>
            <a:rPr lang="en-US" sz="3100" kern="1200" dirty="0" err="1"/>
            <a:t>multiplataforma</a:t>
          </a:r>
          <a:r>
            <a:rPr lang="en-US" sz="3100" kern="1200" dirty="0"/>
            <a:t> y multi-vendor. </a:t>
          </a:r>
          <a:r>
            <a:rPr lang="en-US" sz="3100" kern="1200" dirty="0" err="1"/>
            <a:t>Gestión</a:t>
          </a:r>
          <a:r>
            <a:rPr lang="en-US" sz="3100" kern="1200" dirty="0"/>
            <a:t> de EPP/EDR</a:t>
          </a:r>
        </a:p>
      </dsp:txBody>
      <dsp:txXfrm rot="-5400000">
        <a:off x="1197313" y="62310"/>
        <a:ext cx="10917808" cy="1003771"/>
      </dsp:txXfrm>
    </dsp:sp>
    <dsp:sp modelId="{AD444DE8-E666-46BB-81C5-9777AD69375E}">
      <dsp:nvSpPr>
        <dsp:cNvPr id="0" name=""/>
        <dsp:cNvSpPr/>
      </dsp:nvSpPr>
      <dsp:spPr>
        <a:xfrm rot="5400000">
          <a:off x="-256567" y="1862137"/>
          <a:ext cx="1710446" cy="1197312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Cloud &amp; Infra</a:t>
          </a:r>
        </a:p>
      </dsp:txBody>
      <dsp:txXfrm rot="-5400000">
        <a:off x="0" y="2204226"/>
        <a:ext cx="1197312" cy="513134"/>
      </dsp:txXfrm>
    </dsp:sp>
    <dsp:sp modelId="{74A3A30C-7C1B-4600-B47B-3CD366E70D4C}">
      <dsp:nvSpPr>
        <dsp:cNvPr id="0" name=""/>
        <dsp:cNvSpPr/>
      </dsp:nvSpPr>
      <dsp:spPr>
        <a:xfrm rot="5400000">
          <a:off x="6127472" y="-3324589"/>
          <a:ext cx="1111790" cy="1097211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 err="1"/>
            <a:t>Monitorización</a:t>
          </a:r>
          <a:r>
            <a:rPr lang="en-US" sz="3100" kern="1200" dirty="0"/>
            <a:t> </a:t>
          </a:r>
          <a:r>
            <a:rPr lang="en-US" sz="3100" kern="1200" dirty="0" err="1"/>
            <a:t>avanzada</a:t>
          </a:r>
          <a:r>
            <a:rPr lang="en-US" sz="3100" kern="1200" dirty="0"/>
            <a:t> de </a:t>
          </a:r>
          <a:r>
            <a:rPr lang="en-US" sz="3100" kern="1200" dirty="0" err="1"/>
            <a:t>entornos</a:t>
          </a:r>
          <a:r>
            <a:rPr lang="en-US" sz="3100" kern="1200" dirty="0"/>
            <a:t> cloud, AWS, GCP, Azure y clouds </a:t>
          </a:r>
          <a:r>
            <a:rPr lang="en-US" sz="3100" kern="1200" dirty="0" err="1"/>
            <a:t>propios</a:t>
          </a:r>
          <a:r>
            <a:rPr lang="en-US" sz="3100" kern="1200" dirty="0"/>
            <a:t>, </a:t>
          </a:r>
          <a:r>
            <a:rPr lang="en-US" sz="3100" kern="1200" dirty="0" err="1"/>
            <a:t>además</a:t>
          </a:r>
          <a:r>
            <a:rPr lang="en-US" sz="3100" kern="1200" dirty="0"/>
            <a:t> de </a:t>
          </a:r>
          <a:r>
            <a:rPr lang="en-US" sz="3100" kern="1200" dirty="0" err="1"/>
            <a:t>infraestructura</a:t>
          </a:r>
          <a:r>
            <a:rPr lang="en-US" sz="3100" kern="1200" dirty="0"/>
            <a:t> on-premise</a:t>
          </a:r>
        </a:p>
      </dsp:txBody>
      <dsp:txXfrm rot="-5400000">
        <a:off x="1197313" y="1659843"/>
        <a:ext cx="10917837" cy="1003244"/>
      </dsp:txXfrm>
    </dsp:sp>
    <dsp:sp modelId="{79386133-AA57-423C-AA25-D241E925D8BD}">
      <dsp:nvSpPr>
        <dsp:cNvPr id="0" name=""/>
        <dsp:cNvSpPr/>
      </dsp:nvSpPr>
      <dsp:spPr>
        <a:xfrm rot="5400000">
          <a:off x="-256567" y="3459699"/>
          <a:ext cx="1710446" cy="1197312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Threat</a:t>
          </a:r>
          <a:r>
            <a:rPr lang="en-US" sz="1400" kern="1200" dirty="0"/>
            <a:t> </a:t>
          </a:r>
          <a:r>
            <a:rPr lang="en-US" sz="2000" kern="1200" dirty="0"/>
            <a:t>Intel</a:t>
          </a:r>
        </a:p>
      </dsp:txBody>
      <dsp:txXfrm rot="-5400000">
        <a:off x="0" y="3801788"/>
        <a:ext cx="1197312" cy="513134"/>
      </dsp:txXfrm>
    </dsp:sp>
    <dsp:sp modelId="{EC6C3E4D-47F1-47F1-AEB2-BE697EE8E2FE}">
      <dsp:nvSpPr>
        <dsp:cNvPr id="0" name=""/>
        <dsp:cNvSpPr/>
      </dsp:nvSpPr>
      <dsp:spPr>
        <a:xfrm rot="5400000">
          <a:off x="6127472" y="-1727027"/>
          <a:ext cx="1111790" cy="1097211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 err="1"/>
            <a:t>Servicios</a:t>
          </a:r>
          <a:r>
            <a:rPr lang="en-US" sz="3100" kern="1200" dirty="0"/>
            <a:t> de feeds de </a:t>
          </a:r>
          <a:r>
            <a:rPr lang="en-US" sz="3100" kern="1200" dirty="0" err="1"/>
            <a:t>ciberseguridad</a:t>
          </a:r>
          <a:r>
            <a:rPr lang="en-US" sz="3100" kern="1200" dirty="0"/>
            <a:t>. </a:t>
          </a:r>
          <a:r>
            <a:rPr lang="en-US" sz="3100" kern="1200" dirty="0" err="1"/>
            <a:t>Contextualización</a:t>
          </a:r>
          <a:r>
            <a:rPr lang="en-US" sz="3100" kern="1200" dirty="0"/>
            <a:t> de </a:t>
          </a:r>
          <a:r>
            <a:rPr lang="en-US" sz="3100" kern="1200" dirty="0" err="1"/>
            <a:t>incidentes</a:t>
          </a:r>
          <a:endParaRPr lang="en-US" sz="3100" kern="1200" dirty="0"/>
        </a:p>
      </dsp:txBody>
      <dsp:txXfrm rot="-5400000">
        <a:off x="1197313" y="3257405"/>
        <a:ext cx="10917837" cy="1003244"/>
      </dsp:txXfrm>
    </dsp:sp>
    <dsp:sp modelId="{16384084-D561-455D-8029-0B0221D1E60F}">
      <dsp:nvSpPr>
        <dsp:cNvPr id="0" name=""/>
        <dsp:cNvSpPr/>
      </dsp:nvSpPr>
      <dsp:spPr>
        <a:xfrm rot="5400000">
          <a:off x="-256567" y="5057261"/>
          <a:ext cx="1710446" cy="1197312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Gestión</a:t>
          </a:r>
          <a:r>
            <a:rPr lang="en-US" sz="1300" kern="1200" dirty="0"/>
            <a:t> de </a:t>
          </a:r>
          <a:r>
            <a:rPr lang="en-US" sz="1300" kern="1200" dirty="0" err="1"/>
            <a:t>vulnerabilidades</a:t>
          </a:r>
          <a:endParaRPr lang="en-US" sz="1300" kern="1200" dirty="0"/>
        </a:p>
      </dsp:txBody>
      <dsp:txXfrm rot="-5400000">
        <a:off x="0" y="5399350"/>
        <a:ext cx="1197312" cy="513134"/>
      </dsp:txXfrm>
    </dsp:sp>
    <dsp:sp modelId="{8348174E-24FB-4F57-84A3-63E7082CCDF8}">
      <dsp:nvSpPr>
        <dsp:cNvPr id="0" name=""/>
        <dsp:cNvSpPr/>
      </dsp:nvSpPr>
      <dsp:spPr>
        <a:xfrm rot="5400000">
          <a:off x="6127472" y="-129465"/>
          <a:ext cx="1111790" cy="1097211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 err="1"/>
            <a:t>Escaneos</a:t>
          </a:r>
          <a:r>
            <a:rPr lang="en-US" sz="3100" kern="1200" dirty="0"/>
            <a:t> </a:t>
          </a:r>
          <a:r>
            <a:rPr lang="en-US" sz="3100" kern="1200" dirty="0" err="1"/>
            <a:t>programado</a:t>
          </a:r>
          <a:r>
            <a:rPr lang="en-US" sz="3100" kern="1200" dirty="0"/>
            <a:t>, </a:t>
          </a:r>
          <a:r>
            <a:rPr lang="en-US" sz="3100" kern="1200" dirty="0" err="1"/>
            <a:t>priorización</a:t>
          </a:r>
          <a:r>
            <a:rPr lang="en-US" sz="3100" kern="1200" dirty="0"/>
            <a:t> de </a:t>
          </a:r>
          <a:r>
            <a:rPr lang="en-US" sz="3100" kern="1200" dirty="0" err="1"/>
            <a:t>riesgos</a:t>
          </a:r>
          <a:r>
            <a:rPr lang="en-US" sz="3100" kern="1200" dirty="0"/>
            <a:t>, </a:t>
          </a:r>
          <a:r>
            <a:rPr lang="en-US" sz="3100" kern="1200" dirty="0" err="1"/>
            <a:t>validación</a:t>
          </a:r>
          <a:r>
            <a:rPr lang="en-US" sz="3100" kern="1200" dirty="0"/>
            <a:t> de CVEs y reporting. </a:t>
          </a:r>
          <a:r>
            <a:rPr lang="en-US" sz="3100" kern="1200" dirty="0" err="1"/>
            <a:t>Cumplimiento</a:t>
          </a:r>
          <a:r>
            <a:rPr lang="en-US" sz="3100" kern="1200" dirty="0"/>
            <a:t> de ENS, ISO 27001, NIS 2, Dora</a:t>
          </a:r>
        </a:p>
      </dsp:txBody>
      <dsp:txXfrm rot="-5400000">
        <a:off x="1197313" y="4854967"/>
        <a:ext cx="10917837" cy="1003244"/>
      </dsp:txXfrm>
    </dsp:sp>
    <dsp:sp modelId="{62A47CF8-5011-4E5A-9655-D6023595901D}">
      <dsp:nvSpPr>
        <dsp:cNvPr id="0" name=""/>
        <dsp:cNvSpPr/>
      </dsp:nvSpPr>
      <dsp:spPr>
        <a:xfrm rot="5400000">
          <a:off x="-256567" y="6654823"/>
          <a:ext cx="1710446" cy="119731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SOAR</a:t>
          </a:r>
        </a:p>
      </dsp:txBody>
      <dsp:txXfrm rot="-5400000">
        <a:off x="0" y="6996912"/>
        <a:ext cx="1197312" cy="513134"/>
      </dsp:txXfrm>
    </dsp:sp>
    <dsp:sp modelId="{88E6F605-85FE-48E4-8CF5-6915B0E1FD00}">
      <dsp:nvSpPr>
        <dsp:cNvPr id="0" name=""/>
        <dsp:cNvSpPr/>
      </dsp:nvSpPr>
      <dsp:spPr>
        <a:xfrm rot="5400000">
          <a:off x="6127472" y="1468096"/>
          <a:ext cx="1111790" cy="1097211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Playbooks </a:t>
          </a:r>
          <a:r>
            <a:rPr lang="en-US" sz="3100" kern="1200" dirty="0" err="1"/>
            <a:t>automaticos</a:t>
          </a:r>
          <a:r>
            <a:rPr lang="en-US" sz="3100" kern="1200" dirty="0"/>
            <a:t>, </a:t>
          </a:r>
          <a:r>
            <a:rPr lang="en-US" sz="3100" kern="1200" dirty="0" err="1"/>
            <a:t>mitigación</a:t>
          </a:r>
          <a:r>
            <a:rPr lang="en-US" sz="3100" kern="1200" dirty="0"/>
            <a:t> </a:t>
          </a:r>
          <a:r>
            <a:rPr lang="en-US" sz="3100" kern="1200" dirty="0" err="1"/>
            <a:t>inmediata</a:t>
          </a:r>
          <a:r>
            <a:rPr lang="en-US" sz="3100" kern="1200" dirty="0"/>
            <a:t>, </a:t>
          </a:r>
          <a:r>
            <a:rPr lang="en-US" sz="3100" kern="1200" dirty="0" err="1"/>
            <a:t>coordinación</a:t>
          </a:r>
          <a:r>
            <a:rPr lang="en-US" sz="3100" kern="1200" dirty="0"/>
            <a:t> DFIR. </a:t>
          </a:r>
          <a:r>
            <a:rPr lang="en-US" sz="3100" kern="1200" dirty="0" err="1"/>
            <a:t>Integración</a:t>
          </a:r>
          <a:r>
            <a:rPr lang="en-US" sz="3100" kern="1200" dirty="0"/>
            <a:t> con </a:t>
          </a:r>
          <a:r>
            <a:rPr lang="en-US" sz="3100" kern="1200" dirty="0" err="1"/>
            <a:t>DevSecOps</a:t>
          </a:r>
          <a:endParaRPr lang="en-US" sz="3100" kern="1200" dirty="0"/>
        </a:p>
      </dsp:txBody>
      <dsp:txXfrm rot="-5400000">
        <a:off x="1197313" y="6452529"/>
        <a:ext cx="10917837" cy="100324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7B5E7C-7DC1-4967-A471-0C8783B96D98}">
      <dsp:nvSpPr>
        <dsp:cNvPr id="0" name=""/>
        <dsp:cNvSpPr/>
      </dsp:nvSpPr>
      <dsp:spPr>
        <a:xfrm rot="5400000">
          <a:off x="-256567" y="264574"/>
          <a:ext cx="1710446" cy="1197312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Gobierno</a:t>
          </a:r>
          <a:r>
            <a:rPr lang="en-US" sz="2000" kern="1200" dirty="0"/>
            <a:t> y </a:t>
          </a:r>
          <a:r>
            <a:rPr lang="en-US" sz="2000" kern="1200" dirty="0" err="1"/>
            <a:t>estrategia</a:t>
          </a:r>
          <a:endParaRPr lang="en-US" sz="2000" kern="1200" dirty="0"/>
        </a:p>
      </dsp:txBody>
      <dsp:txXfrm rot="-5400000">
        <a:off x="0" y="606663"/>
        <a:ext cx="1197312" cy="513134"/>
      </dsp:txXfrm>
    </dsp:sp>
    <dsp:sp modelId="{5DDF99A9-0636-4703-9AED-82A3AA6997AC}">
      <dsp:nvSpPr>
        <dsp:cNvPr id="0" name=""/>
        <dsp:cNvSpPr/>
      </dsp:nvSpPr>
      <dsp:spPr>
        <a:xfrm rot="5400000">
          <a:off x="6127180" y="-4921859"/>
          <a:ext cx="1112375" cy="1097211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 err="1"/>
            <a:t>Definición</a:t>
          </a:r>
          <a:r>
            <a:rPr lang="en-US" sz="2300" kern="1200" dirty="0"/>
            <a:t> de </a:t>
          </a:r>
          <a:r>
            <a:rPr lang="en-US" sz="2300" kern="1200" dirty="0" err="1"/>
            <a:t>políticas</a:t>
          </a:r>
          <a:r>
            <a:rPr lang="en-US" sz="2300" kern="1200" dirty="0"/>
            <a:t>, </a:t>
          </a:r>
          <a:r>
            <a:rPr lang="en-US" sz="2300" kern="1200" dirty="0" err="1"/>
            <a:t>procedimientos</a:t>
          </a:r>
          <a:r>
            <a:rPr lang="en-US" sz="2300" kern="1200" dirty="0"/>
            <a:t> y </a:t>
          </a:r>
          <a:r>
            <a:rPr lang="en-US" sz="2300" kern="1200" dirty="0" err="1"/>
            <a:t>objetivos</a:t>
          </a:r>
          <a:r>
            <a:rPr lang="en-US" sz="2300" kern="1200" dirty="0"/>
            <a:t> </a:t>
          </a:r>
          <a:r>
            <a:rPr lang="en-US" sz="2300" kern="1200" dirty="0" err="1"/>
            <a:t>estratégicos</a:t>
          </a:r>
          <a:r>
            <a:rPr lang="en-US" sz="2300" kern="1200" dirty="0"/>
            <a:t> de </a:t>
          </a:r>
          <a:r>
            <a:rPr lang="en-US" sz="2300" kern="1200" dirty="0" err="1"/>
            <a:t>seguridad</a:t>
          </a:r>
          <a:r>
            <a:rPr lang="en-US" sz="2300" kern="1200" dirty="0"/>
            <a:t>. Desarrollo y </a:t>
          </a:r>
          <a:r>
            <a:rPr lang="en-US" sz="2300" kern="1200" dirty="0" err="1"/>
            <a:t>seguimiento</a:t>
          </a:r>
          <a:r>
            <a:rPr lang="en-US" sz="2300" kern="1200" dirty="0"/>
            <a:t> de planes </a:t>
          </a:r>
          <a:r>
            <a:rPr lang="en-US" sz="2300" kern="1200" dirty="0" err="1"/>
            <a:t>directores</a:t>
          </a:r>
          <a:r>
            <a:rPr lang="en-US" sz="2300" kern="1200" dirty="0"/>
            <a:t>, gestion del Riesgo y </a:t>
          </a:r>
          <a:r>
            <a:rPr lang="en-US" sz="2300" kern="1200" dirty="0" err="1"/>
            <a:t>madurez</a:t>
          </a:r>
          <a:r>
            <a:rPr lang="en-US" sz="2300" kern="1200" dirty="0"/>
            <a:t> de la </a:t>
          </a:r>
          <a:r>
            <a:rPr lang="en-US" sz="2300" kern="1200" dirty="0" err="1"/>
            <a:t>organización</a:t>
          </a:r>
          <a:endParaRPr lang="en-US" sz="2300" kern="1200" dirty="0"/>
        </a:p>
      </dsp:txBody>
      <dsp:txXfrm rot="-5400000">
        <a:off x="1197313" y="62310"/>
        <a:ext cx="10917808" cy="1003771"/>
      </dsp:txXfrm>
    </dsp:sp>
    <dsp:sp modelId="{AD444DE8-E666-46BB-81C5-9777AD69375E}">
      <dsp:nvSpPr>
        <dsp:cNvPr id="0" name=""/>
        <dsp:cNvSpPr/>
      </dsp:nvSpPr>
      <dsp:spPr>
        <a:xfrm rot="5400000">
          <a:off x="-256567" y="1862137"/>
          <a:ext cx="1710446" cy="1197312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Normativa</a:t>
          </a:r>
          <a:endParaRPr lang="en-US" sz="2000" kern="1200" dirty="0"/>
        </a:p>
      </dsp:txBody>
      <dsp:txXfrm rot="-5400000">
        <a:off x="0" y="2204226"/>
        <a:ext cx="1197312" cy="513134"/>
      </dsp:txXfrm>
    </dsp:sp>
    <dsp:sp modelId="{74A3A30C-7C1B-4600-B47B-3CD366E70D4C}">
      <dsp:nvSpPr>
        <dsp:cNvPr id="0" name=""/>
        <dsp:cNvSpPr/>
      </dsp:nvSpPr>
      <dsp:spPr>
        <a:xfrm rot="5400000">
          <a:off x="6127472" y="-3324589"/>
          <a:ext cx="1111790" cy="1097211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 err="1"/>
            <a:t>Alineación</a:t>
          </a:r>
          <a:r>
            <a:rPr lang="en-US" sz="2300" kern="1200" dirty="0"/>
            <a:t> con ENS, ISO 27001, NIS 2, GDPR, Dora y </a:t>
          </a:r>
          <a:r>
            <a:rPr lang="en-US" sz="2300" kern="1200" dirty="0" err="1"/>
            <a:t>estándares</a:t>
          </a:r>
          <a:r>
            <a:rPr lang="en-US" sz="2300" kern="1200" dirty="0"/>
            <a:t> </a:t>
          </a:r>
          <a:r>
            <a:rPr lang="en-US" sz="2300" kern="1200" dirty="0" err="1"/>
            <a:t>sectoriales</a:t>
          </a:r>
          <a:r>
            <a:rPr lang="en-US" sz="2300" kern="1200" dirty="0"/>
            <a:t>. </a:t>
          </a:r>
          <a:r>
            <a:rPr lang="en-US" sz="2300" kern="1200" dirty="0" err="1"/>
            <a:t>Preparación</a:t>
          </a:r>
          <a:r>
            <a:rPr lang="en-US" sz="2300" kern="1200" dirty="0"/>
            <a:t> y </a:t>
          </a:r>
          <a:r>
            <a:rPr lang="en-US" sz="2300" kern="1200" dirty="0" err="1"/>
            <a:t>acompañamiento</a:t>
          </a:r>
          <a:r>
            <a:rPr lang="en-US" sz="2300" kern="1200" dirty="0"/>
            <a:t> </a:t>
          </a:r>
          <a:r>
            <a:rPr lang="en-US" sz="2300" kern="1200" dirty="0" err="1"/>
            <a:t>en</a:t>
          </a:r>
          <a:r>
            <a:rPr lang="en-US" sz="2300" kern="1200" dirty="0"/>
            <a:t> </a:t>
          </a:r>
          <a:r>
            <a:rPr lang="en-US" sz="2300" kern="1200" dirty="0" err="1"/>
            <a:t>auditorías</a:t>
          </a:r>
          <a:r>
            <a:rPr lang="en-US" sz="2300" kern="1200" dirty="0"/>
            <a:t> </a:t>
          </a:r>
          <a:r>
            <a:rPr lang="en-US" sz="2300" kern="1200" dirty="0" err="1"/>
            <a:t>internas</a:t>
          </a:r>
          <a:r>
            <a:rPr lang="en-US" sz="2300" kern="1200" dirty="0"/>
            <a:t> o de </a:t>
          </a:r>
          <a:r>
            <a:rPr lang="en-US" sz="2300" kern="1200" dirty="0" err="1"/>
            <a:t>certificación</a:t>
          </a:r>
          <a:endParaRPr lang="en-US" sz="2300" kern="1200" dirty="0"/>
        </a:p>
      </dsp:txBody>
      <dsp:txXfrm rot="-5400000">
        <a:off x="1197313" y="1659843"/>
        <a:ext cx="10917837" cy="1003244"/>
      </dsp:txXfrm>
    </dsp:sp>
    <dsp:sp modelId="{79386133-AA57-423C-AA25-D241E925D8BD}">
      <dsp:nvSpPr>
        <dsp:cNvPr id="0" name=""/>
        <dsp:cNvSpPr/>
      </dsp:nvSpPr>
      <dsp:spPr>
        <a:xfrm rot="5400000">
          <a:off x="-256567" y="3459699"/>
          <a:ext cx="1710446" cy="1197312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Gestión</a:t>
          </a:r>
          <a:r>
            <a:rPr lang="en-US" sz="2000" kern="1200" dirty="0"/>
            <a:t> del </a:t>
          </a:r>
          <a:r>
            <a:rPr lang="en-US" sz="2000" kern="1200" dirty="0" err="1"/>
            <a:t>riesgo</a:t>
          </a:r>
          <a:endParaRPr lang="en-US" sz="2000" kern="1200" dirty="0"/>
        </a:p>
      </dsp:txBody>
      <dsp:txXfrm rot="-5400000">
        <a:off x="0" y="3801788"/>
        <a:ext cx="1197312" cy="513134"/>
      </dsp:txXfrm>
    </dsp:sp>
    <dsp:sp modelId="{EC6C3E4D-47F1-47F1-AEB2-BE697EE8E2FE}">
      <dsp:nvSpPr>
        <dsp:cNvPr id="0" name=""/>
        <dsp:cNvSpPr/>
      </dsp:nvSpPr>
      <dsp:spPr>
        <a:xfrm rot="5400000">
          <a:off x="6127472" y="-1727027"/>
          <a:ext cx="1111790" cy="1097211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 err="1"/>
            <a:t>Evaluación</a:t>
          </a:r>
          <a:r>
            <a:rPr lang="en-US" sz="2300" kern="1200" dirty="0"/>
            <a:t> continua de </a:t>
          </a:r>
          <a:r>
            <a:rPr lang="en-US" sz="2300" kern="1200" dirty="0" err="1"/>
            <a:t>riesgos</a:t>
          </a:r>
          <a:r>
            <a:rPr lang="en-US" sz="2300" kern="1200" dirty="0"/>
            <a:t> </a:t>
          </a:r>
          <a:r>
            <a:rPr lang="en-US" sz="2300" kern="1200" dirty="0" err="1"/>
            <a:t>operativos</a:t>
          </a:r>
          <a:r>
            <a:rPr lang="en-US" sz="2300" kern="1200" dirty="0"/>
            <a:t>, </a:t>
          </a:r>
          <a:r>
            <a:rPr lang="en-US" sz="2300" kern="1200" dirty="0" err="1"/>
            <a:t>técnicos</a:t>
          </a:r>
          <a:r>
            <a:rPr lang="en-US" sz="2300" kern="1200" dirty="0"/>
            <a:t> y </a:t>
          </a:r>
          <a:r>
            <a:rPr lang="en-US" sz="2300" kern="1200" dirty="0" err="1"/>
            <a:t>regulatorios</a:t>
          </a:r>
          <a:r>
            <a:rPr lang="en-US" sz="2300" kern="1200" dirty="0"/>
            <a:t>. Planes de </a:t>
          </a:r>
          <a:r>
            <a:rPr lang="en-US" sz="2300" kern="1200" dirty="0" err="1"/>
            <a:t>continuidad</a:t>
          </a:r>
          <a:r>
            <a:rPr lang="en-US" sz="2300" kern="1200" dirty="0"/>
            <a:t>, </a:t>
          </a:r>
          <a:r>
            <a:rPr lang="en-US" sz="2300" kern="1200" dirty="0" err="1"/>
            <a:t>recuperación</a:t>
          </a:r>
          <a:r>
            <a:rPr lang="en-US" sz="2300" kern="1200" dirty="0"/>
            <a:t> y </a:t>
          </a:r>
          <a:r>
            <a:rPr lang="en-US" sz="2300" kern="1200" dirty="0" err="1"/>
            <a:t>simulacros</a:t>
          </a:r>
          <a:r>
            <a:rPr lang="en-US" sz="2300" kern="1200" dirty="0"/>
            <a:t> de </a:t>
          </a:r>
          <a:r>
            <a:rPr lang="en-US" sz="2300" kern="1200" dirty="0" err="1"/>
            <a:t>crisos</a:t>
          </a:r>
          <a:endParaRPr lang="en-US" sz="2300" kern="1200" dirty="0"/>
        </a:p>
      </dsp:txBody>
      <dsp:txXfrm rot="-5400000">
        <a:off x="1197313" y="3257405"/>
        <a:ext cx="10917837" cy="1003244"/>
      </dsp:txXfrm>
    </dsp:sp>
    <dsp:sp modelId="{16384084-D561-455D-8029-0B0221D1E60F}">
      <dsp:nvSpPr>
        <dsp:cNvPr id="0" name=""/>
        <dsp:cNvSpPr/>
      </dsp:nvSpPr>
      <dsp:spPr>
        <a:xfrm rot="5400000">
          <a:off x="-256567" y="5057261"/>
          <a:ext cx="1710446" cy="1197312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Dirección</a:t>
          </a:r>
          <a:r>
            <a:rPr lang="en-US" sz="1300" kern="1200" dirty="0"/>
            <a:t> de </a:t>
          </a:r>
          <a:r>
            <a:rPr lang="en-US" sz="1300" kern="1200" dirty="0" err="1"/>
            <a:t>proveedores</a:t>
          </a:r>
          <a:endParaRPr lang="en-US" sz="1300" kern="1200" dirty="0"/>
        </a:p>
      </dsp:txBody>
      <dsp:txXfrm rot="-5400000">
        <a:off x="0" y="5399350"/>
        <a:ext cx="1197312" cy="513134"/>
      </dsp:txXfrm>
    </dsp:sp>
    <dsp:sp modelId="{8348174E-24FB-4F57-84A3-63E7082CCDF8}">
      <dsp:nvSpPr>
        <dsp:cNvPr id="0" name=""/>
        <dsp:cNvSpPr/>
      </dsp:nvSpPr>
      <dsp:spPr>
        <a:xfrm rot="5400000">
          <a:off x="6127472" y="-129465"/>
          <a:ext cx="1111790" cy="1097211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 err="1"/>
            <a:t>Supervisión</a:t>
          </a:r>
          <a:r>
            <a:rPr lang="en-US" sz="2300" kern="1200" dirty="0"/>
            <a:t> de </a:t>
          </a:r>
          <a:r>
            <a:rPr lang="en-US" sz="2300" kern="1200" dirty="0" err="1"/>
            <a:t>contratos</a:t>
          </a:r>
          <a:r>
            <a:rPr lang="en-US" sz="2300" kern="1200" dirty="0"/>
            <a:t>, </a:t>
          </a:r>
          <a:r>
            <a:rPr lang="en-US" sz="2300" kern="1200" dirty="0" err="1"/>
            <a:t>clausulas</a:t>
          </a:r>
          <a:r>
            <a:rPr lang="en-US" sz="2300" kern="1200" dirty="0"/>
            <a:t> de </a:t>
          </a:r>
          <a:r>
            <a:rPr lang="en-US" sz="2300" kern="1200" dirty="0" err="1"/>
            <a:t>seguridad</a:t>
          </a:r>
          <a:r>
            <a:rPr lang="en-US" sz="2300" kern="1200" dirty="0"/>
            <a:t>, SLA y compliance de </a:t>
          </a:r>
          <a:r>
            <a:rPr lang="en-US" sz="2300" kern="1200" dirty="0" err="1"/>
            <a:t>terceros</a:t>
          </a:r>
          <a:r>
            <a:rPr lang="en-US" sz="2300" kern="1200" dirty="0"/>
            <a:t>. </a:t>
          </a:r>
          <a:r>
            <a:rPr lang="en-US" sz="2300" kern="1200" dirty="0" err="1"/>
            <a:t>Evaluación</a:t>
          </a:r>
          <a:r>
            <a:rPr lang="en-US" sz="2300" kern="1200" dirty="0"/>
            <a:t> de la </a:t>
          </a:r>
          <a:r>
            <a:rPr lang="en-US" sz="2300" kern="1200" dirty="0" err="1"/>
            <a:t>cadena</a:t>
          </a:r>
          <a:r>
            <a:rPr lang="en-US" sz="2300" kern="1200" dirty="0"/>
            <a:t> de </a:t>
          </a:r>
          <a:r>
            <a:rPr lang="en-US" sz="2300" kern="1200" dirty="0" err="1"/>
            <a:t>suministro</a:t>
          </a:r>
          <a:r>
            <a:rPr lang="en-US" sz="2300" kern="1200" dirty="0"/>
            <a:t>.</a:t>
          </a:r>
        </a:p>
      </dsp:txBody>
      <dsp:txXfrm rot="-5400000">
        <a:off x="1197313" y="4854967"/>
        <a:ext cx="10917837" cy="1003244"/>
      </dsp:txXfrm>
    </dsp:sp>
    <dsp:sp modelId="{62A47CF8-5011-4E5A-9655-D6023595901D}">
      <dsp:nvSpPr>
        <dsp:cNvPr id="0" name=""/>
        <dsp:cNvSpPr/>
      </dsp:nvSpPr>
      <dsp:spPr>
        <a:xfrm rot="5400000">
          <a:off x="-256567" y="6654823"/>
          <a:ext cx="1710446" cy="119731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Reporting</a:t>
          </a:r>
        </a:p>
      </dsp:txBody>
      <dsp:txXfrm rot="-5400000">
        <a:off x="0" y="6996912"/>
        <a:ext cx="1197312" cy="513134"/>
      </dsp:txXfrm>
    </dsp:sp>
    <dsp:sp modelId="{88E6F605-85FE-48E4-8CF5-6915B0E1FD00}">
      <dsp:nvSpPr>
        <dsp:cNvPr id="0" name=""/>
        <dsp:cNvSpPr/>
      </dsp:nvSpPr>
      <dsp:spPr>
        <a:xfrm rot="5400000">
          <a:off x="6127472" y="1468096"/>
          <a:ext cx="1111790" cy="1097211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 err="1"/>
            <a:t>Interlocución</a:t>
          </a:r>
          <a:r>
            <a:rPr lang="en-US" sz="2300" kern="1200" dirty="0"/>
            <a:t> </a:t>
          </a:r>
          <a:r>
            <a:rPr lang="en-US" sz="2300" kern="1200" dirty="0" err="1"/>
            <a:t>directa</a:t>
          </a:r>
          <a:r>
            <a:rPr lang="en-US" sz="2300" kern="1200" dirty="0"/>
            <a:t> con la </a:t>
          </a:r>
          <a:r>
            <a:rPr lang="en-US" sz="2300" kern="1200" dirty="0" err="1"/>
            <a:t>dirección</a:t>
          </a:r>
          <a:r>
            <a:rPr lang="en-US" sz="2300" kern="1200" dirty="0"/>
            <a:t> y </a:t>
          </a:r>
          <a:r>
            <a:rPr lang="en-US" sz="2300" kern="1200" dirty="0" err="1"/>
            <a:t>el</a:t>
          </a:r>
          <a:r>
            <a:rPr lang="en-US" sz="2300" kern="1200" dirty="0"/>
            <a:t> </a:t>
          </a:r>
          <a:r>
            <a:rPr lang="en-US" sz="2300" kern="1200" dirty="0" err="1"/>
            <a:t>consejo</a:t>
          </a:r>
          <a:r>
            <a:rPr lang="en-US" sz="2300" kern="1200" dirty="0"/>
            <a:t>. </a:t>
          </a:r>
          <a:r>
            <a:rPr lang="en-US" sz="2300" kern="1200" dirty="0" err="1"/>
            <a:t>Reportes</a:t>
          </a:r>
          <a:r>
            <a:rPr lang="en-US" sz="2300" kern="1200" dirty="0"/>
            <a:t> </a:t>
          </a:r>
          <a:r>
            <a:rPr lang="en-US" sz="2300" kern="1200" dirty="0" err="1"/>
            <a:t>ejecutivos</a:t>
          </a:r>
          <a:r>
            <a:rPr lang="en-US" sz="2300" kern="1200" dirty="0"/>
            <a:t> y dashboards de </a:t>
          </a:r>
          <a:r>
            <a:rPr lang="en-US" sz="2300" kern="1200" dirty="0" err="1"/>
            <a:t>madurez</a:t>
          </a:r>
          <a:r>
            <a:rPr lang="en-US" sz="2300" kern="1200" dirty="0"/>
            <a:t>, </a:t>
          </a:r>
          <a:r>
            <a:rPr lang="en-US" sz="2300" kern="1200" dirty="0" err="1"/>
            <a:t>priorización</a:t>
          </a:r>
          <a:r>
            <a:rPr lang="en-US" sz="2300" kern="1200" dirty="0"/>
            <a:t> </a:t>
          </a:r>
          <a:r>
            <a:rPr lang="en-US" sz="2300" kern="1200" dirty="0" err="1"/>
            <a:t>presupuestaria</a:t>
          </a:r>
          <a:r>
            <a:rPr lang="en-US" sz="2300" kern="1200" dirty="0"/>
            <a:t>, y roadmap de </a:t>
          </a:r>
          <a:r>
            <a:rPr lang="en-US" sz="2300" kern="1200" dirty="0" err="1"/>
            <a:t>evolución</a:t>
          </a:r>
          <a:r>
            <a:rPr lang="en-US" sz="2300" kern="1200" dirty="0"/>
            <a:t>.</a:t>
          </a:r>
        </a:p>
      </dsp:txBody>
      <dsp:txXfrm rot="-5400000">
        <a:off x="1197313" y="6452529"/>
        <a:ext cx="10917837" cy="10032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A01BA1-099A-4DCF-8C5D-979DD186DD8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8BF4F-D5FB-4B08-B29D-8FD34A4DC8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15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lackdogs.io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457271"/>
            <a:ext cx="12801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Exo 2 Black"/>
              </a:defRPr>
            </a:pPr>
            <a:r>
              <a:rPr lang="es-ES" dirty="0" err="1"/>
              <a:t>BlackDogs</a:t>
            </a:r>
            <a:r>
              <a:rPr lang="es-ES" dirty="0"/>
              <a:t> </a:t>
            </a:r>
            <a:r>
              <a:rPr lang="es-ES" sz="7200" b="1" dirty="0">
                <a:solidFill>
                  <a:srgbClr val="57FFDC"/>
                </a:solidFill>
                <a:latin typeface="Exo 2 Black"/>
              </a:rPr>
              <a:t>Security</a:t>
            </a:r>
            <a:endParaRPr sz="7200" b="1" dirty="0">
              <a:solidFill>
                <a:srgbClr val="57FFDC"/>
              </a:solidFill>
              <a:latin typeface="Exo 2 Blac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2801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C8C8C8"/>
                </a:solidFill>
                <a:latin typeface="Exo 2 Light"/>
              </a:defRPr>
            </a:pPr>
            <a:r>
              <a:rPr lang="es-ES" dirty="0"/>
              <a:t>T</a:t>
            </a:r>
            <a:r>
              <a:rPr lang="en-US" sz="2800" dirty="0" err="1">
                <a:solidFill>
                  <a:srgbClr val="C8C8C8"/>
                </a:solidFill>
                <a:latin typeface="Exo 2 Light"/>
                <a:sym typeface="HK Grotesk Light"/>
              </a:rPr>
              <a:t>echnology</a:t>
            </a:r>
            <a:r>
              <a:rPr lang="en-US" sz="2800" dirty="0">
                <a:solidFill>
                  <a:srgbClr val="C8C8C8"/>
                </a:solidFill>
                <a:latin typeface="Exo 2 Light"/>
                <a:sym typeface="HK Grotesk Light"/>
              </a:rPr>
              <a:t> trust is a good thing, but control is a better one</a:t>
            </a:r>
          </a:p>
          <a:p>
            <a:pPr>
              <a:defRPr sz="2800" b="0">
                <a:solidFill>
                  <a:srgbClr val="C8C8C8"/>
                </a:solidFill>
                <a:latin typeface="Exo 2 Light"/>
              </a:defRPr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13898880" y="1828800"/>
            <a:ext cx="91440" cy="4572000"/>
          </a:xfrm>
          <a:prstGeom prst="rect">
            <a:avLst/>
          </a:prstGeom>
          <a:solidFill>
            <a:srgbClr val="57F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BA900-37E9-C86D-A69E-BEB9606CD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7D2C9A-74C9-AE5C-62EA-2D919F7369A6}"/>
              </a:ext>
            </a:extLst>
          </p:cNvPr>
          <p:cNvSpPr/>
          <p:nvPr/>
        </p:nvSpPr>
        <p:spPr>
          <a:xfrm>
            <a:off x="13898880" y="1828800"/>
            <a:ext cx="91440" cy="4572000"/>
          </a:xfrm>
          <a:prstGeom prst="rect">
            <a:avLst/>
          </a:prstGeom>
          <a:solidFill>
            <a:srgbClr val="57F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3027949D-214C-FD0D-BB97-02A628FC97D3}"/>
              </a:ext>
            </a:extLst>
          </p:cNvPr>
          <p:cNvSpPr txBox="1"/>
          <p:nvPr/>
        </p:nvSpPr>
        <p:spPr>
          <a:xfrm>
            <a:off x="4472658" y="334959"/>
            <a:ext cx="535996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Exo 2 Black"/>
              </a:defRPr>
            </a:pPr>
            <a:r>
              <a:rPr lang="es-ES" sz="5000" dirty="0"/>
              <a:t>BlackDogs </a:t>
            </a:r>
            <a:r>
              <a:rPr lang="es-ES" sz="5000" b="1" dirty="0">
                <a:solidFill>
                  <a:srgbClr val="57FFDC"/>
                </a:solidFill>
                <a:latin typeface="Exo 2 Black"/>
              </a:rPr>
              <a:t>Security</a:t>
            </a:r>
            <a:endParaRPr sz="5000" b="1" dirty="0">
              <a:solidFill>
                <a:srgbClr val="57FFDC"/>
              </a:solidFill>
              <a:latin typeface="Exo 2 Black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FE3A607D-479F-0A83-15EE-F86FEBAD8F5E}"/>
              </a:ext>
            </a:extLst>
          </p:cNvPr>
          <p:cNvSpPr txBox="1"/>
          <p:nvPr/>
        </p:nvSpPr>
        <p:spPr>
          <a:xfrm>
            <a:off x="1692204" y="1467555"/>
            <a:ext cx="298365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Exo 2 Black"/>
              </a:defRPr>
            </a:pPr>
            <a:r>
              <a:rPr lang="es-ES" sz="5000" dirty="0"/>
              <a:t>Barcelona</a:t>
            </a:r>
            <a:endParaRPr sz="5000" b="1" dirty="0">
              <a:solidFill>
                <a:srgbClr val="57FFDC"/>
              </a:solidFill>
              <a:latin typeface="Exo 2 Black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0C54E07E-D8A5-6A1E-5EB7-E267EEC5A6C1}"/>
              </a:ext>
            </a:extLst>
          </p:cNvPr>
          <p:cNvSpPr txBox="1"/>
          <p:nvPr/>
        </p:nvSpPr>
        <p:spPr>
          <a:xfrm>
            <a:off x="9136098" y="1467555"/>
            <a:ext cx="30784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Exo 2 Black"/>
              </a:defRPr>
            </a:pPr>
            <a:r>
              <a:rPr lang="es-ES" sz="5000" b="1" dirty="0">
                <a:latin typeface="Exo 2 Black"/>
              </a:rPr>
              <a:t>Andorra</a:t>
            </a:r>
            <a:endParaRPr sz="5000" b="1" dirty="0">
              <a:latin typeface="Exo 2 Black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2AAD158-D10A-CB38-30AB-0B838F95CD85}"/>
              </a:ext>
            </a:extLst>
          </p:cNvPr>
          <p:cNvSpPr/>
          <p:nvPr/>
        </p:nvSpPr>
        <p:spPr>
          <a:xfrm>
            <a:off x="6838191" y="1456266"/>
            <a:ext cx="203200" cy="677333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Visitar Barcelona en 3 días | Guía ver Barcelona | Viajar">
            <a:extLst>
              <a:ext uri="{FF2B5EF4-FFF2-40B4-BE49-F238E27FC236}">
                <a16:creationId xmlns:a16="http://schemas.microsoft.com/office/drawing/2014/main" id="{BA9F3059-7548-4044-9A43-ED5A28BEC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91" y="2983973"/>
            <a:ext cx="6555787" cy="42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CTUALIZADO 2025) Andorra la Vella: Un tour privado de amor">
            <a:extLst>
              <a:ext uri="{FF2B5EF4-FFF2-40B4-BE49-F238E27FC236}">
                <a16:creationId xmlns:a16="http://schemas.microsoft.com/office/drawing/2014/main" id="{F33F26A1-7934-2EA3-621D-206EB0FE7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605" y="2927529"/>
            <a:ext cx="6372225" cy="42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196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2801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Exo 2 Black"/>
              </a:defRPr>
            </a:pPr>
            <a:r>
              <a:rPr lang="es-ES" sz="4200" b="1" dirty="0"/>
              <a:t>Nuestro enfoque: seguridad e infraestructura como una sola capa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49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57FFDC"/>
                </a:solidFill>
                <a:latin typeface="Exo 2 Black"/>
              </a:defRPr>
            </a:pPr>
            <a:r>
              <a:rPr lang="es-ES" sz="2400" b="1" dirty="0"/>
              <a:t>Diseñamos, operamos y protegemos entornos digitales donde la infraestructura, el </a:t>
            </a:r>
            <a:r>
              <a:rPr lang="es-ES" sz="2400" b="1" dirty="0" err="1"/>
              <a:t>cloud</a:t>
            </a:r>
            <a:r>
              <a:rPr lang="es-ES" sz="2400" b="1" dirty="0"/>
              <a:t> y la ciberseguridad funcionan como un único sistema coordinado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399540" y="7339068"/>
            <a:ext cx="11526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8C8"/>
                </a:solidFill>
                <a:latin typeface="Exo 2 Light"/>
              </a:defRPr>
            </a:pPr>
            <a:r>
              <a:rPr lang="es-ES" sz="2000" dirty="0"/>
              <a:t>BlackDogs protege desde la base física hasta la capa digital, garantizando control, soberanía y resiliencia</a:t>
            </a:r>
            <a:endParaRPr sz="2000" dirty="0"/>
          </a:p>
        </p:txBody>
      </p:sp>
      <p:sp>
        <p:nvSpPr>
          <p:cNvPr id="13" name="Rectangle 12"/>
          <p:cNvSpPr/>
          <p:nvPr/>
        </p:nvSpPr>
        <p:spPr>
          <a:xfrm>
            <a:off x="13898880" y="1828800"/>
            <a:ext cx="91440" cy="4572000"/>
          </a:xfrm>
          <a:prstGeom prst="rect">
            <a:avLst/>
          </a:prstGeom>
          <a:solidFill>
            <a:srgbClr val="57F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8E71DEE7-3448-19D3-5F53-75982087E2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5002802"/>
              </p:ext>
            </p:extLst>
          </p:nvPr>
        </p:nvGraphicFramePr>
        <p:xfrm>
          <a:off x="1366520" y="1352897"/>
          <a:ext cx="10994814" cy="7079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4C500-66FF-0636-1AEE-5E2FD17E4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58258C-F600-61EC-794A-F7520852A2D0}"/>
              </a:ext>
            </a:extLst>
          </p:cNvPr>
          <p:cNvSpPr txBox="1"/>
          <p:nvPr/>
        </p:nvSpPr>
        <p:spPr>
          <a:xfrm>
            <a:off x="914400" y="2457271"/>
            <a:ext cx="12801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Exo 2 Black"/>
              </a:defRPr>
            </a:pPr>
            <a:r>
              <a:rPr lang="es-ES" dirty="0"/>
              <a:t>Portfolio </a:t>
            </a:r>
            <a:r>
              <a:rPr lang="es-ES" sz="7200" b="1" dirty="0">
                <a:solidFill>
                  <a:srgbClr val="57FFDC"/>
                </a:solidFill>
                <a:latin typeface="Exo 2 Black"/>
              </a:rPr>
              <a:t>infraestructura</a:t>
            </a:r>
            <a:endParaRPr sz="7200" b="1" dirty="0">
              <a:solidFill>
                <a:srgbClr val="57FFDC"/>
              </a:solidFill>
              <a:latin typeface="Exo 2 Black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D61F4-A4B0-24F7-7CE1-42CFE433524F}"/>
              </a:ext>
            </a:extLst>
          </p:cNvPr>
          <p:cNvSpPr/>
          <p:nvPr/>
        </p:nvSpPr>
        <p:spPr>
          <a:xfrm>
            <a:off x="13898880" y="1828800"/>
            <a:ext cx="91440" cy="4572000"/>
          </a:xfrm>
          <a:prstGeom prst="rect">
            <a:avLst/>
          </a:prstGeom>
          <a:solidFill>
            <a:srgbClr val="57F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94867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EE8AA-EF75-1183-338F-D03ADE097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882821-8B4D-36C1-7E37-0A75AD585395}"/>
              </a:ext>
            </a:extLst>
          </p:cNvPr>
          <p:cNvSpPr txBox="1"/>
          <p:nvPr/>
        </p:nvSpPr>
        <p:spPr>
          <a:xfrm>
            <a:off x="914400" y="457200"/>
            <a:ext cx="12801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Exo 2 Black"/>
              </a:defRPr>
            </a:pPr>
            <a:r>
              <a:rPr lang="es-ES" sz="4200" b="1" dirty="0"/>
              <a:t>Infraestructura y Cloud Propio BlackDogs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74388F-D4A2-8322-8C23-F4E834A86F6C}"/>
              </a:ext>
            </a:extLst>
          </p:cNvPr>
          <p:cNvSpPr txBox="1"/>
          <p:nvPr/>
        </p:nvSpPr>
        <p:spPr>
          <a:xfrm>
            <a:off x="914400" y="1195864"/>
            <a:ext cx="1249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57FFDC"/>
                </a:solidFill>
                <a:latin typeface="Exo 2 Black"/>
              </a:defRPr>
            </a:pPr>
            <a:r>
              <a:rPr lang="es-ES" sz="2400" b="1" dirty="0"/>
              <a:t>Proveemos infraestructura y </a:t>
            </a:r>
            <a:r>
              <a:rPr lang="es-ES" sz="2400" b="1" dirty="0" err="1"/>
              <a:t>cloud</a:t>
            </a:r>
            <a:r>
              <a:rPr lang="es-ES" sz="2400" b="1" dirty="0"/>
              <a:t> de alto rendimiento, diseñados para garantizar soberanía, disponibilidad y escalabilidad a nuestros clientes</a:t>
            </a: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E914FD-E144-4F22-370D-0980345FC23E}"/>
              </a:ext>
            </a:extLst>
          </p:cNvPr>
          <p:cNvSpPr/>
          <p:nvPr/>
        </p:nvSpPr>
        <p:spPr>
          <a:xfrm>
            <a:off x="13898880" y="1828800"/>
            <a:ext cx="91440" cy="4572000"/>
          </a:xfrm>
          <a:prstGeom prst="rect">
            <a:avLst/>
          </a:prstGeom>
          <a:solidFill>
            <a:srgbClr val="57F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33A4528B-22FD-836C-D674-9F231E7DE0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721571"/>
              </p:ext>
            </p:extLst>
          </p:nvPr>
        </p:nvGraphicFramePr>
        <p:xfrm>
          <a:off x="640080" y="1748009"/>
          <a:ext cx="12923520" cy="68767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3076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6E17B-5492-5CAF-513B-56DB8771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1667AB-E76C-E778-9FDB-9C2B2289D320}"/>
              </a:ext>
            </a:extLst>
          </p:cNvPr>
          <p:cNvSpPr txBox="1"/>
          <p:nvPr/>
        </p:nvSpPr>
        <p:spPr>
          <a:xfrm>
            <a:off x="914400" y="457200"/>
            <a:ext cx="12801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Exo 2 Black"/>
              </a:defRPr>
            </a:pPr>
            <a:r>
              <a:rPr lang="es-ES" sz="4200" b="1" dirty="0"/>
              <a:t>Infraestructura Gestionada y Continuidad Operativa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FE92D2-EEF7-54F2-7D2E-627533A994CC}"/>
              </a:ext>
            </a:extLst>
          </p:cNvPr>
          <p:cNvSpPr txBox="1"/>
          <p:nvPr/>
        </p:nvSpPr>
        <p:spPr>
          <a:xfrm>
            <a:off x="914400" y="1352897"/>
            <a:ext cx="1249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57FFDC"/>
                </a:solidFill>
                <a:latin typeface="Exo 2 Black"/>
              </a:defRPr>
            </a:pPr>
            <a:r>
              <a:rPr lang="es-ES" sz="2400" b="1" dirty="0"/>
              <a:t>Operamos la infraestructura de nuestros clientes para garantizar disponibilidad, rendimiento y respuesta ante incidentes</a:t>
            </a: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F59B57-C117-A050-216F-26450CAAAAA8}"/>
              </a:ext>
            </a:extLst>
          </p:cNvPr>
          <p:cNvSpPr/>
          <p:nvPr/>
        </p:nvSpPr>
        <p:spPr>
          <a:xfrm>
            <a:off x="13898880" y="1828800"/>
            <a:ext cx="91440" cy="4572000"/>
          </a:xfrm>
          <a:prstGeom prst="rect">
            <a:avLst/>
          </a:prstGeom>
          <a:solidFill>
            <a:srgbClr val="57F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75458C56-9799-C520-E921-37589F751B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5052343"/>
              </p:ext>
            </p:extLst>
          </p:nvPr>
        </p:nvGraphicFramePr>
        <p:xfrm>
          <a:off x="1219200" y="1352897"/>
          <a:ext cx="11142134" cy="7079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3610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C70D0-E211-4BA7-1565-A7FD3514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93D95E-2FF3-FEA5-0591-B79F3B5146D7}"/>
              </a:ext>
            </a:extLst>
          </p:cNvPr>
          <p:cNvSpPr txBox="1"/>
          <p:nvPr/>
        </p:nvSpPr>
        <p:spPr>
          <a:xfrm>
            <a:off x="914400" y="457200"/>
            <a:ext cx="12801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Exo 2 Black"/>
              </a:defRPr>
            </a:pPr>
            <a:r>
              <a:rPr lang="es-ES" sz="4200" b="1" dirty="0"/>
              <a:t>Infraestructura diseñada para mover datos a escala masiva</a:t>
            </a: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F7F7D-67D4-8144-E113-436D19D07033}"/>
              </a:ext>
            </a:extLst>
          </p:cNvPr>
          <p:cNvSpPr/>
          <p:nvPr/>
        </p:nvSpPr>
        <p:spPr>
          <a:xfrm>
            <a:off x="13898880" y="1828800"/>
            <a:ext cx="91440" cy="4572000"/>
          </a:xfrm>
          <a:prstGeom prst="rect">
            <a:avLst/>
          </a:prstGeom>
          <a:solidFill>
            <a:srgbClr val="57F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A83D69E4-0025-FD3C-01ED-DF086BA69467}"/>
              </a:ext>
            </a:extLst>
          </p:cNvPr>
          <p:cNvSpPr txBox="1"/>
          <p:nvPr/>
        </p:nvSpPr>
        <p:spPr>
          <a:xfrm>
            <a:off x="914400" y="2775972"/>
            <a:ext cx="493324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57FFDC"/>
                </a:solidFill>
                <a:latin typeface="Exo 2 Black"/>
              </a:defRPr>
            </a:pPr>
            <a:r>
              <a:rPr lang="es-ES" sz="2400" b="1" dirty="0"/>
              <a:t>Nuestra arquitectura soporta despliegues distribuidos, pipelines de IA, </a:t>
            </a:r>
            <a:r>
              <a:rPr lang="es-ES" sz="2400" b="1" dirty="0" err="1"/>
              <a:t>datalakes</a:t>
            </a:r>
            <a:r>
              <a:rPr lang="es-ES" sz="2400" b="1" dirty="0"/>
              <a:t> de SIEM y entornos con miles de nodos en operación continua.</a:t>
            </a:r>
            <a:br>
              <a:rPr lang="es-ES" sz="2400" b="1" dirty="0"/>
            </a:br>
            <a:r>
              <a:rPr lang="es-ES" sz="2400" b="1" dirty="0"/>
              <a:t>Rendimiento, resiliencia y control — en nuestras manos, nada se satura</a:t>
            </a:r>
            <a:endParaRPr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A54CB82-3C15-331B-9D39-EBC5F3ADE2C6}"/>
              </a:ext>
            </a:extLst>
          </p:cNvPr>
          <p:cNvSpPr txBox="1"/>
          <p:nvPr/>
        </p:nvSpPr>
        <p:spPr>
          <a:xfrm>
            <a:off x="7315201" y="2452806"/>
            <a:ext cx="609938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200" b="1" dirty="0">
                <a:solidFill>
                  <a:srgbClr val="FFFFFF"/>
                </a:solidFill>
                <a:latin typeface="Exo 2 Black"/>
              </a:rPr>
              <a:t>1TB+ de RAM gestionados</a:t>
            </a:r>
          </a:p>
          <a:p>
            <a:r>
              <a:rPr lang="es-ES" sz="4200" b="1" dirty="0">
                <a:solidFill>
                  <a:srgbClr val="FFFFFF"/>
                </a:solidFill>
                <a:latin typeface="Exo 2 Black"/>
              </a:rPr>
              <a:t>Discos NVME</a:t>
            </a:r>
          </a:p>
          <a:p>
            <a:r>
              <a:rPr lang="es-ES" sz="4200" b="1" dirty="0" err="1">
                <a:solidFill>
                  <a:srgbClr val="FFFFFF"/>
                </a:solidFill>
                <a:latin typeface="Exo 2 Black"/>
              </a:rPr>
              <a:t>CPUs</a:t>
            </a:r>
            <a:r>
              <a:rPr lang="es-ES" sz="4200" b="1" dirty="0">
                <a:solidFill>
                  <a:srgbClr val="FFFFFF"/>
                </a:solidFill>
                <a:latin typeface="Exo 2 Black"/>
              </a:rPr>
              <a:t> alta velocidad</a:t>
            </a:r>
          </a:p>
          <a:p>
            <a:r>
              <a:rPr lang="es-ES" sz="4200" b="1" dirty="0">
                <a:solidFill>
                  <a:srgbClr val="FFFFFF"/>
                </a:solidFill>
                <a:latin typeface="Exo 2 Black"/>
              </a:rPr>
              <a:t>Escalado de recursos bajo demanda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453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5192-31AF-BDBE-9328-3DEA7AAD5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C385E3-A6E1-E2CF-3609-DB895D9BD205}"/>
              </a:ext>
            </a:extLst>
          </p:cNvPr>
          <p:cNvSpPr txBox="1"/>
          <p:nvPr/>
        </p:nvSpPr>
        <p:spPr>
          <a:xfrm>
            <a:off x="914400" y="457200"/>
            <a:ext cx="12801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Exo 2 Black"/>
              </a:defRPr>
            </a:pPr>
            <a:r>
              <a:rPr lang="es-ES" sz="4200" b="1" dirty="0"/>
              <a:t>El mejor servicio de monitorización del mercado</a:t>
            </a: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62C5C6-B59E-A60A-95F2-E8DD08231AB1}"/>
              </a:ext>
            </a:extLst>
          </p:cNvPr>
          <p:cNvSpPr/>
          <p:nvPr/>
        </p:nvSpPr>
        <p:spPr>
          <a:xfrm>
            <a:off x="13898880" y="1828800"/>
            <a:ext cx="91440" cy="4572000"/>
          </a:xfrm>
          <a:prstGeom prst="rect">
            <a:avLst/>
          </a:prstGeom>
          <a:solidFill>
            <a:srgbClr val="57F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EF5DDC40-F920-8F90-3123-E6AB359CAD4F}"/>
              </a:ext>
            </a:extLst>
          </p:cNvPr>
          <p:cNvSpPr txBox="1"/>
          <p:nvPr/>
        </p:nvSpPr>
        <p:spPr>
          <a:xfrm>
            <a:off x="347698" y="2581281"/>
            <a:ext cx="219004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57FFDC"/>
                </a:solidFill>
                <a:latin typeface="Exo 2 Black"/>
              </a:defRPr>
            </a:pPr>
            <a:r>
              <a:rPr lang="es-ES" sz="2400" b="1" dirty="0"/>
              <a:t>Detección milimétrica, alertas inteligentes y control absoluto de la infraestructura, desde el servidor hasta la aplicación</a:t>
            </a:r>
            <a:endParaRPr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CFC832FB-C718-E079-D971-7963AEB9E8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2027083"/>
              </p:ext>
            </p:extLst>
          </p:nvPr>
        </p:nvGraphicFramePr>
        <p:xfrm>
          <a:off x="2788355" y="694266"/>
          <a:ext cx="10758312" cy="8178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735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90A86-29D3-89CF-AEEF-554D63390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D812E1-E1B0-EDBD-6A80-00CAB1EA9944}"/>
              </a:ext>
            </a:extLst>
          </p:cNvPr>
          <p:cNvSpPr txBox="1"/>
          <p:nvPr/>
        </p:nvSpPr>
        <p:spPr>
          <a:xfrm>
            <a:off x="914400" y="457200"/>
            <a:ext cx="12801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Exo 2 Black"/>
              </a:defRPr>
            </a:pPr>
            <a:r>
              <a:rPr lang="es-ES" sz="4200" b="1" dirty="0"/>
              <a:t>Sistema de </a:t>
            </a:r>
            <a:r>
              <a:rPr lang="es-ES" sz="4200" b="1" dirty="0" err="1"/>
              <a:t>backups</a:t>
            </a:r>
            <a:r>
              <a:rPr lang="es-ES" sz="4200" b="1" dirty="0"/>
              <a:t> &amp; </a:t>
            </a:r>
            <a:r>
              <a:rPr lang="es-ES" sz="4200" b="1" dirty="0" err="1"/>
              <a:t>Disaster</a:t>
            </a:r>
            <a:r>
              <a:rPr lang="es-ES" sz="4200" b="1" dirty="0"/>
              <a:t> </a:t>
            </a:r>
            <a:r>
              <a:rPr lang="es-ES" sz="4200" b="1" dirty="0" err="1"/>
              <a:t>Recovery</a:t>
            </a: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46C756-6B07-57B9-3340-2F651C08462F}"/>
              </a:ext>
            </a:extLst>
          </p:cNvPr>
          <p:cNvSpPr/>
          <p:nvPr/>
        </p:nvSpPr>
        <p:spPr>
          <a:xfrm>
            <a:off x="13898880" y="1828800"/>
            <a:ext cx="91440" cy="4572000"/>
          </a:xfrm>
          <a:prstGeom prst="rect">
            <a:avLst/>
          </a:prstGeom>
          <a:solidFill>
            <a:srgbClr val="57F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333F573B-21E1-07CE-82E3-D3D500C204CE}"/>
              </a:ext>
            </a:extLst>
          </p:cNvPr>
          <p:cNvSpPr txBox="1"/>
          <p:nvPr/>
        </p:nvSpPr>
        <p:spPr>
          <a:xfrm>
            <a:off x="347698" y="3179592"/>
            <a:ext cx="37388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57FFDC"/>
                </a:solidFill>
                <a:latin typeface="Exo 2 Black"/>
              </a:defRPr>
            </a:pPr>
            <a:r>
              <a:rPr lang="es-ES" sz="2400" b="1" dirty="0"/>
              <a:t>Copias cifradas, replicación automatizada y recuperación garantizada.</a:t>
            </a:r>
            <a:br>
              <a:rPr lang="es-ES" sz="2400" b="1" dirty="0"/>
            </a:br>
            <a:r>
              <a:rPr lang="es-ES" sz="2400" b="1" dirty="0"/>
              <a:t>Diseñado para proteger datos críticos, incluso en entornos distribuidos y 24×</a:t>
            </a:r>
            <a:endParaRPr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8CCD0E29-A06D-174D-4B19-6DCF95491B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025584"/>
              </p:ext>
            </p:extLst>
          </p:nvPr>
        </p:nvGraphicFramePr>
        <p:xfrm>
          <a:off x="3793067" y="1439333"/>
          <a:ext cx="9753600" cy="650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7579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8408A-AEBC-9329-BD1B-F3B734609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E5775-929E-5BC9-EC4D-1E8F6D1223A0}"/>
              </a:ext>
            </a:extLst>
          </p:cNvPr>
          <p:cNvSpPr txBox="1"/>
          <p:nvPr/>
        </p:nvSpPr>
        <p:spPr>
          <a:xfrm>
            <a:off x="914400" y="2457271"/>
            <a:ext cx="12801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Exo 2 Black"/>
              </a:defRPr>
            </a:pPr>
            <a:r>
              <a:rPr lang="es-ES" dirty="0"/>
              <a:t>Portfolio </a:t>
            </a:r>
            <a:r>
              <a:rPr lang="es-ES" sz="7200" b="1" dirty="0" err="1">
                <a:solidFill>
                  <a:srgbClr val="57FFDC"/>
                </a:solidFill>
                <a:latin typeface="Exo 2 Black"/>
              </a:rPr>
              <a:t>CiberSeguridad</a:t>
            </a:r>
            <a:endParaRPr lang="es-ES" sz="7200" b="1" dirty="0">
              <a:solidFill>
                <a:srgbClr val="57FFDC"/>
              </a:solidFill>
              <a:latin typeface="Exo 2 Black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980BD1-73EB-016D-5754-F942A44057DF}"/>
              </a:ext>
            </a:extLst>
          </p:cNvPr>
          <p:cNvSpPr/>
          <p:nvPr/>
        </p:nvSpPr>
        <p:spPr>
          <a:xfrm>
            <a:off x="13898880" y="1828800"/>
            <a:ext cx="91440" cy="4572000"/>
          </a:xfrm>
          <a:prstGeom prst="rect">
            <a:avLst/>
          </a:prstGeom>
          <a:solidFill>
            <a:srgbClr val="57F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27930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D99D2-1B78-6EFA-8EE2-60FE0828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5E7F3D-9CC2-7EAE-A237-938E70DDCCEF}"/>
              </a:ext>
            </a:extLst>
          </p:cNvPr>
          <p:cNvSpPr txBox="1"/>
          <p:nvPr/>
        </p:nvSpPr>
        <p:spPr>
          <a:xfrm>
            <a:off x="914400" y="457200"/>
            <a:ext cx="12801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Exo 2 Black"/>
              </a:defRPr>
            </a:pPr>
            <a:r>
              <a:rPr lang="es-ES" sz="4200" b="1" dirty="0"/>
              <a:t>Portfolio ciberseguridad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29F284-832E-9233-13BD-39F1F3E52C45}"/>
              </a:ext>
            </a:extLst>
          </p:cNvPr>
          <p:cNvSpPr txBox="1"/>
          <p:nvPr/>
        </p:nvSpPr>
        <p:spPr>
          <a:xfrm>
            <a:off x="914400" y="1195864"/>
            <a:ext cx="1249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57FFDC"/>
                </a:solidFill>
                <a:latin typeface="Exo 2 Black"/>
              </a:defRPr>
            </a:pPr>
            <a:r>
              <a:rPr lang="es-ES" sz="2400" b="1" dirty="0"/>
              <a:t>Servicios de ciberseguridad para cubrir todos los ámbitos claves para proteger tu organización</a:t>
            </a: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974814-A258-D333-4BD5-A3558B346520}"/>
              </a:ext>
            </a:extLst>
          </p:cNvPr>
          <p:cNvSpPr/>
          <p:nvPr/>
        </p:nvSpPr>
        <p:spPr>
          <a:xfrm>
            <a:off x="13898880" y="1828800"/>
            <a:ext cx="91440" cy="4572000"/>
          </a:xfrm>
          <a:prstGeom prst="rect">
            <a:avLst/>
          </a:prstGeom>
          <a:solidFill>
            <a:srgbClr val="57F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6B61286D-EB7B-C14B-33E4-8B987A4115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7651479"/>
              </p:ext>
            </p:extLst>
          </p:nvPr>
        </p:nvGraphicFramePr>
        <p:xfrm>
          <a:off x="640080" y="1748009"/>
          <a:ext cx="12923520" cy="68767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0894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75BFF-D025-E62D-A714-117BBF0AE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8028D6-92AF-E679-8118-D532104048FE}"/>
              </a:ext>
            </a:extLst>
          </p:cNvPr>
          <p:cNvSpPr txBox="1"/>
          <p:nvPr/>
        </p:nvSpPr>
        <p:spPr>
          <a:xfrm>
            <a:off x="914400" y="2457271"/>
            <a:ext cx="12801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Exo 2 Black"/>
              </a:defRPr>
            </a:pPr>
            <a:r>
              <a:rPr lang="es-ES" dirty="0"/>
              <a:t>Servicio </a:t>
            </a:r>
            <a:r>
              <a:rPr lang="es-ES" sz="7200" b="1" dirty="0">
                <a:solidFill>
                  <a:srgbClr val="57FFDC"/>
                </a:solidFill>
                <a:latin typeface="Exo 2 Black"/>
              </a:rPr>
              <a:t>VSOC – Virtual SOC</a:t>
            </a:r>
            <a:endParaRPr sz="7200" b="1" dirty="0">
              <a:solidFill>
                <a:srgbClr val="57FFDC"/>
              </a:solidFill>
              <a:latin typeface="Exo 2 Blac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1BD8F8-FBD4-B351-F92F-296E5CA769D1}"/>
              </a:ext>
            </a:extLst>
          </p:cNvPr>
          <p:cNvSpPr txBox="1"/>
          <p:nvPr/>
        </p:nvSpPr>
        <p:spPr>
          <a:xfrm>
            <a:off x="914400" y="3657600"/>
            <a:ext cx="12801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C8C8C8"/>
                </a:solidFill>
                <a:latin typeface="Exo 2 Light"/>
              </a:defRPr>
            </a:pPr>
            <a:r>
              <a:rPr lang="es-ES" sz="2800" dirty="0"/>
              <a:t>Monitorizamos, correlacionamos y gestionamos toda la superficie tecnológica: </a:t>
            </a:r>
            <a:r>
              <a:rPr lang="es-ES" sz="2800" dirty="0" err="1"/>
              <a:t>endpoints</a:t>
            </a:r>
            <a:r>
              <a:rPr lang="es-ES" sz="2800" dirty="0"/>
              <a:t>, red, identidades y </a:t>
            </a:r>
            <a:r>
              <a:rPr lang="es-ES" sz="2800" dirty="0" err="1"/>
              <a:t>cloud</a:t>
            </a:r>
            <a:r>
              <a:rPr lang="es-ES" sz="2800" dirty="0"/>
              <a:t>, bajo un único punto de control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E905A1-833E-A20C-11D5-ECDF592F972B}"/>
              </a:ext>
            </a:extLst>
          </p:cNvPr>
          <p:cNvSpPr/>
          <p:nvPr/>
        </p:nvSpPr>
        <p:spPr>
          <a:xfrm>
            <a:off x="13898880" y="1828800"/>
            <a:ext cx="91440" cy="4572000"/>
          </a:xfrm>
          <a:prstGeom prst="rect">
            <a:avLst/>
          </a:prstGeom>
          <a:solidFill>
            <a:srgbClr val="57F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33669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B9C4052A-7414-1B4C-10F7-0A09CDACAA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3185334"/>
              </p:ext>
            </p:extLst>
          </p:nvPr>
        </p:nvGraphicFramePr>
        <p:xfrm>
          <a:off x="2460977" y="112889"/>
          <a:ext cx="12169423" cy="81167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1">
            <a:extLst>
              <a:ext uri="{FF2B5EF4-FFF2-40B4-BE49-F238E27FC236}">
                <a16:creationId xmlns:a16="http://schemas.microsoft.com/office/drawing/2014/main" id="{E0BA7D6B-E2D7-88FE-822F-DFFF9365A216}"/>
              </a:ext>
            </a:extLst>
          </p:cNvPr>
          <p:cNvSpPr txBox="1"/>
          <p:nvPr/>
        </p:nvSpPr>
        <p:spPr>
          <a:xfrm>
            <a:off x="0" y="3248000"/>
            <a:ext cx="246097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Exo 2 Black"/>
              </a:defRPr>
            </a:pPr>
            <a:r>
              <a:rPr lang="es-ES" sz="6000" b="1" dirty="0"/>
              <a:t>Virtual </a:t>
            </a:r>
          </a:p>
          <a:p>
            <a:pPr>
              <a:defRPr sz="4200" b="1">
                <a:solidFill>
                  <a:srgbClr val="FFFFFF"/>
                </a:solidFill>
                <a:latin typeface="Exo 2 Black"/>
              </a:defRPr>
            </a:pPr>
            <a:r>
              <a:rPr lang="es-ES" sz="6000" b="1" dirty="0"/>
              <a:t>SOC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252453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89744-9A77-0D8C-B607-C5AFB897F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F88C90-5780-3C1C-E8EB-A18487936F3E}"/>
              </a:ext>
            </a:extLst>
          </p:cNvPr>
          <p:cNvSpPr txBox="1"/>
          <p:nvPr/>
        </p:nvSpPr>
        <p:spPr>
          <a:xfrm>
            <a:off x="914400" y="2457271"/>
            <a:ext cx="12801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Exo 2 Black"/>
              </a:defRPr>
            </a:pPr>
            <a:r>
              <a:rPr lang="es-ES" dirty="0"/>
              <a:t>Servicio </a:t>
            </a:r>
            <a:r>
              <a:rPr lang="es-ES" sz="7200" b="1" dirty="0">
                <a:solidFill>
                  <a:srgbClr val="57FFDC"/>
                </a:solidFill>
                <a:latin typeface="Exo 2 Black"/>
              </a:rPr>
              <a:t>VCISO – Virtual CISO</a:t>
            </a:r>
            <a:endParaRPr sz="7200" b="1" dirty="0">
              <a:solidFill>
                <a:srgbClr val="57FFDC"/>
              </a:solidFill>
              <a:latin typeface="Exo 2 Blac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40E08-00A0-52C4-5D1A-06E0F8CA7025}"/>
              </a:ext>
            </a:extLst>
          </p:cNvPr>
          <p:cNvSpPr txBox="1"/>
          <p:nvPr/>
        </p:nvSpPr>
        <p:spPr>
          <a:xfrm>
            <a:off x="914400" y="3657600"/>
            <a:ext cx="12801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C8C8C8"/>
                </a:solidFill>
                <a:latin typeface="Exo 2 Light"/>
              </a:defRPr>
            </a:pPr>
            <a:r>
              <a:rPr lang="es-ES" sz="2800" dirty="0"/>
              <a:t>Dirección de ciberseguridad como servicio, adaptada a cada organización, sin necesidad de mantener un CISO interno a tiempo completo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8D587E-1A51-351C-D83F-E9CB17F139A0}"/>
              </a:ext>
            </a:extLst>
          </p:cNvPr>
          <p:cNvSpPr/>
          <p:nvPr/>
        </p:nvSpPr>
        <p:spPr>
          <a:xfrm>
            <a:off x="13898880" y="1828800"/>
            <a:ext cx="91440" cy="4572000"/>
          </a:xfrm>
          <a:prstGeom prst="rect">
            <a:avLst/>
          </a:prstGeom>
          <a:solidFill>
            <a:srgbClr val="57F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74336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FA089-E16C-A042-D051-A938565F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033ACBA-0BC7-6068-AA7D-AAEE2DA491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2089143"/>
              </p:ext>
            </p:extLst>
          </p:nvPr>
        </p:nvGraphicFramePr>
        <p:xfrm>
          <a:off x="2460977" y="112889"/>
          <a:ext cx="12169423" cy="81167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1">
            <a:extLst>
              <a:ext uri="{FF2B5EF4-FFF2-40B4-BE49-F238E27FC236}">
                <a16:creationId xmlns:a16="http://schemas.microsoft.com/office/drawing/2014/main" id="{AF328D63-C459-091B-2A62-262C732A69ED}"/>
              </a:ext>
            </a:extLst>
          </p:cNvPr>
          <p:cNvSpPr txBox="1"/>
          <p:nvPr/>
        </p:nvSpPr>
        <p:spPr>
          <a:xfrm>
            <a:off x="0" y="3248000"/>
            <a:ext cx="246097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Exo 2 Black"/>
              </a:defRPr>
            </a:pPr>
            <a:r>
              <a:rPr lang="es-ES" sz="6000" b="1" dirty="0"/>
              <a:t>Virtual </a:t>
            </a:r>
          </a:p>
          <a:p>
            <a:pPr>
              <a:defRPr sz="4200" b="1">
                <a:solidFill>
                  <a:srgbClr val="FFFFFF"/>
                </a:solidFill>
                <a:latin typeface="Exo 2 Black"/>
              </a:defRPr>
            </a:pPr>
            <a:r>
              <a:rPr lang="es-ES" sz="6000" b="1" dirty="0"/>
              <a:t>CISO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2427281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39AC1-2342-4A83-DAB4-01CF0C75A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C8780D-386C-C217-CBDE-DCA9BAE103E6}"/>
              </a:ext>
            </a:extLst>
          </p:cNvPr>
          <p:cNvSpPr txBox="1"/>
          <p:nvPr/>
        </p:nvSpPr>
        <p:spPr>
          <a:xfrm>
            <a:off x="4470400" y="2773360"/>
            <a:ext cx="924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Exo 2 Black"/>
              </a:defRPr>
            </a:pPr>
            <a:r>
              <a:rPr lang="es-ES" dirty="0"/>
              <a:t>¿Hablamos?</a:t>
            </a:r>
            <a:endParaRPr sz="7200" b="1" dirty="0">
              <a:solidFill>
                <a:srgbClr val="57FFDC"/>
              </a:solidFill>
              <a:latin typeface="Exo 2 Blac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D63DF1-A96C-B116-DE24-6C0B959C762A}"/>
              </a:ext>
            </a:extLst>
          </p:cNvPr>
          <p:cNvSpPr txBox="1"/>
          <p:nvPr/>
        </p:nvSpPr>
        <p:spPr>
          <a:xfrm>
            <a:off x="5099190" y="4092222"/>
            <a:ext cx="39940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C8C8C8"/>
                </a:solidFill>
                <a:latin typeface="Exo 2 Light"/>
              </a:defRPr>
            </a:pPr>
            <a:r>
              <a:rPr lang="es-ES" sz="2800" dirty="0">
                <a:hlinkClick r:id="rId2"/>
              </a:rPr>
              <a:t>https://www.blackdogs.io</a:t>
            </a:r>
            <a:endParaRPr lang="es-ES" sz="2800" dirty="0"/>
          </a:p>
          <a:p>
            <a:pPr algn="ctr">
              <a:defRPr sz="2800" b="0">
                <a:solidFill>
                  <a:srgbClr val="C8C8C8"/>
                </a:solidFill>
                <a:latin typeface="Exo 2 Light"/>
              </a:defRPr>
            </a:pPr>
            <a:r>
              <a:rPr lang="es-ES" dirty="0"/>
              <a:t>info@blackdogs.io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5C7005-5039-0F6D-AD83-070C287C329E}"/>
              </a:ext>
            </a:extLst>
          </p:cNvPr>
          <p:cNvSpPr/>
          <p:nvPr/>
        </p:nvSpPr>
        <p:spPr>
          <a:xfrm>
            <a:off x="13898880" y="1828800"/>
            <a:ext cx="91440" cy="4572000"/>
          </a:xfrm>
          <a:prstGeom prst="rect">
            <a:avLst/>
          </a:prstGeom>
          <a:solidFill>
            <a:srgbClr val="57F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39390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2732</TotalTime>
  <Words>886</Words>
  <Application>Microsoft Office PowerPoint</Application>
  <PresentationFormat>Personalizado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Exo 2 Black</vt:lpstr>
      <vt:lpstr>Exo 2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 Rivero López</cp:lastModifiedBy>
  <cp:revision>8</cp:revision>
  <dcterms:created xsi:type="dcterms:W3CDTF">2013-01-27T09:14:16Z</dcterms:created>
  <dcterms:modified xsi:type="dcterms:W3CDTF">2025-11-06T18:10:28Z</dcterms:modified>
  <cp:category/>
</cp:coreProperties>
</file>